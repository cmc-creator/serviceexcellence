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8" r:id="rId4"/>
  </p:sldMasterIdLst>
  <p:notesMasterIdLst>
    <p:notesMasterId r:id="rId36"/>
  </p:notesMasterIdLst>
  <p:handoutMasterIdLst>
    <p:handoutMasterId r:id="rId37"/>
  </p:handoutMasterIdLst>
  <p:sldIdLst>
    <p:sldId id="310" r:id="rId5"/>
    <p:sldId id="271" r:id="rId6"/>
    <p:sldId id="278" r:id="rId7"/>
    <p:sldId id="276" r:id="rId8"/>
    <p:sldId id="409" r:id="rId9"/>
    <p:sldId id="410" r:id="rId10"/>
    <p:sldId id="371" r:id="rId11"/>
    <p:sldId id="372" r:id="rId12"/>
    <p:sldId id="373" r:id="rId13"/>
    <p:sldId id="296" r:id="rId14"/>
    <p:sldId id="387" r:id="rId15"/>
    <p:sldId id="307" r:id="rId16"/>
    <p:sldId id="308" r:id="rId17"/>
    <p:sldId id="313" r:id="rId18"/>
    <p:sldId id="390" r:id="rId19"/>
    <p:sldId id="392" r:id="rId20"/>
    <p:sldId id="393" r:id="rId21"/>
    <p:sldId id="315" r:id="rId22"/>
    <p:sldId id="320" r:id="rId23"/>
    <p:sldId id="322" r:id="rId24"/>
    <p:sldId id="324" r:id="rId25"/>
    <p:sldId id="325" r:id="rId26"/>
    <p:sldId id="394" r:id="rId27"/>
    <p:sldId id="401" r:id="rId28"/>
    <p:sldId id="402" r:id="rId29"/>
    <p:sldId id="403" r:id="rId30"/>
    <p:sldId id="405" r:id="rId31"/>
    <p:sldId id="397" r:id="rId32"/>
    <p:sldId id="412" r:id="rId33"/>
    <p:sldId id="408" r:id="rId34"/>
    <p:sldId id="411" r:id="rId35"/>
  </p:sldIdLst>
  <p:sldSz cx="12192000" cy="6858000"/>
  <p:notesSz cx="7010400"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E8"/>
    <a:srgbClr val="47697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989F49-89E7-4715-8236-83B3BE5D0E86}" v="13" dt="2025-03-11T16:58:18.937"/>
  </p1510:revLst>
</p1510:revInfo>
</file>

<file path=ppt/tableStyles.xml><?xml version="1.0" encoding="utf-8"?>
<a:tblStyleLst xmlns:a="http://schemas.openxmlformats.org/drawingml/2006/main" def="{9DCAF9ED-07DC-4A11-8D7F-57B35C25682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91" autoAdjust="0"/>
    <p:restoredTop sz="95394" autoAdjust="0"/>
  </p:normalViewPr>
  <p:slideViewPr>
    <p:cSldViewPr snapToGrid="0">
      <p:cViewPr varScale="1">
        <p:scale>
          <a:sx n="72" d="100"/>
          <a:sy n="72" d="100"/>
        </p:scale>
        <p:origin x="906"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nnie Cooper" userId="42a57f5b-2933-40af-8128-6b3bcf8b108f" providerId="ADAL" clId="{41989F49-89E7-4715-8236-83B3BE5D0E86}"/>
    <pc:docChg chg="undo custSel addSld modSld sldOrd">
      <pc:chgData name="Connie Cooper" userId="42a57f5b-2933-40af-8128-6b3bcf8b108f" providerId="ADAL" clId="{41989F49-89E7-4715-8236-83B3BE5D0E86}" dt="2025-03-11T16:59:23.352" v="110" actId="14100"/>
      <pc:docMkLst>
        <pc:docMk/>
      </pc:docMkLst>
      <pc:sldChg chg="modSp mod">
        <pc:chgData name="Connie Cooper" userId="42a57f5b-2933-40af-8128-6b3bcf8b108f" providerId="ADAL" clId="{41989F49-89E7-4715-8236-83B3BE5D0E86}" dt="2025-03-10T18:09:33.922" v="19" actId="6549"/>
        <pc:sldMkLst>
          <pc:docMk/>
          <pc:sldMk cId="3638737674" sldId="296"/>
        </pc:sldMkLst>
        <pc:spChg chg="mod">
          <ac:chgData name="Connie Cooper" userId="42a57f5b-2933-40af-8128-6b3bcf8b108f" providerId="ADAL" clId="{41989F49-89E7-4715-8236-83B3BE5D0E86}" dt="2025-03-10T18:09:33.922" v="19" actId="6549"/>
          <ac:spMkLst>
            <pc:docMk/>
            <pc:sldMk cId="3638737674" sldId="296"/>
            <ac:spMk id="3" creationId="{00000000-0000-0000-0000-000000000000}"/>
          </ac:spMkLst>
        </pc:spChg>
      </pc:sldChg>
      <pc:sldChg chg="modSp mod">
        <pc:chgData name="Connie Cooper" userId="42a57f5b-2933-40af-8128-6b3bcf8b108f" providerId="ADAL" clId="{41989F49-89E7-4715-8236-83B3BE5D0E86}" dt="2025-03-11T16:42:11.624" v="31" actId="1076"/>
        <pc:sldMkLst>
          <pc:docMk/>
          <pc:sldMk cId="315545732" sldId="315"/>
        </pc:sldMkLst>
        <pc:spChg chg="mod">
          <ac:chgData name="Connie Cooper" userId="42a57f5b-2933-40af-8128-6b3bcf8b108f" providerId="ADAL" clId="{41989F49-89E7-4715-8236-83B3BE5D0E86}" dt="2025-03-10T18:11:26.011" v="27" actId="115"/>
          <ac:spMkLst>
            <pc:docMk/>
            <pc:sldMk cId="315545732" sldId="315"/>
            <ac:spMk id="2" creationId="{00000000-0000-0000-0000-000000000000}"/>
          </ac:spMkLst>
        </pc:spChg>
        <pc:spChg chg="mod">
          <ac:chgData name="Connie Cooper" userId="42a57f5b-2933-40af-8128-6b3bcf8b108f" providerId="ADAL" clId="{41989F49-89E7-4715-8236-83B3BE5D0E86}" dt="2025-03-11T16:42:11.624" v="31" actId="1076"/>
          <ac:spMkLst>
            <pc:docMk/>
            <pc:sldMk cId="315545732" sldId="315"/>
            <ac:spMk id="3" creationId="{00000000-0000-0000-0000-000000000000}"/>
          </ac:spMkLst>
        </pc:spChg>
        <pc:picChg chg="mod">
          <ac:chgData name="Connie Cooper" userId="42a57f5b-2933-40af-8128-6b3bcf8b108f" providerId="ADAL" clId="{41989F49-89E7-4715-8236-83B3BE5D0E86}" dt="2025-03-11T16:42:02.911" v="28" actId="14100"/>
          <ac:picMkLst>
            <pc:docMk/>
            <pc:sldMk cId="315545732" sldId="315"/>
            <ac:picMk id="7" creationId="{C36D5C89-E918-9237-BAD7-33F79948B6AC}"/>
          </ac:picMkLst>
        </pc:picChg>
      </pc:sldChg>
      <pc:sldChg chg="modSp mod">
        <pc:chgData name="Connie Cooper" userId="42a57f5b-2933-40af-8128-6b3bcf8b108f" providerId="ADAL" clId="{41989F49-89E7-4715-8236-83B3BE5D0E86}" dt="2025-03-11T16:54:33.910" v="33" actId="6549"/>
        <pc:sldMkLst>
          <pc:docMk/>
          <pc:sldMk cId="3368064122" sldId="320"/>
        </pc:sldMkLst>
        <pc:spChg chg="mod">
          <ac:chgData name="Connie Cooper" userId="42a57f5b-2933-40af-8128-6b3bcf8b108f" providerId="ADAL" clId="{41989F49-89E7-4715-8236-83B3BE5D0E86}" dt="2025-03-11T16:54:33.910" v="33" actId="6549"/>
          <ac:spMkLst>
            <pc:docMk/>
            <pc:sldMk cId="3368064122" sldId="320"/>
            <ac:spMk id="3" creationId="{00000000-0000-0000-0000-000000000000}"/>
          </ac:spMkLst>
        </pc:spChg>
      </pc:sldChg>
      <pc:sldChg chg="addSp delSp modSp mod">
        <pc:chgData name="Connie Cooper" userId="42a57f5b-2933-40af-8128-6b3bcf8b108f" providerId="ADAL" clId="{41989F49-89E7-4715-8236-83B3BE5D0E86}" dt="2025-03-10T17:47:11.501" v="11" actId="12269"/>
        <pc:sldMkLst>
          <pc:docMk/>
          <pc:sldMk cId="2079068963" sldId="372"/>
        </pc:sldMkLst>
        <pc:graphicFrameChg chg="add del modGraphic">
          <ac:chgData name="Connie Cooper" userId="42a57f5b-2933-40af-8128-6b3bcf8b108f" providerId="ADAL" clId="{41989F49-89E7-4715-8236-83B3BE5D0E86}" dt="2025-03-10T17:46:47.315" v="7" actId="1032"/>
          <ac:graphicFrameMkLst>
            <pc:docMk/>
            <pc:sldMk cId="2079068963" sldId="372"/>
            <ac:graphicFrameMk id="2" creationId="{31400400-0507-478C-9755-94045F6BCE0C}"/>
          </ac:graphicFrameMkLst>
        </pc:graphicFrameChg>
        <pc:graphicFrameChg chg="mod">
          <ac:chgData name="Connie Cooper" userId="42a57f5b-2933-40af-8128-6b3bcf8b108f" providerId="ADAL" clId="{41989F49-89E7-4715-8236-83B3BE5D0E86}" dt="2025-03-10T17:47:11.501" v="11" actId="12269"/>
          <ac:graphicFrameMkLst>
            <pc:docMk/>
            <pc:sldMk cId="2079068963" sldId="372"/>
            <ac:graphicFrameMk id="13" creationId="{50628FC2-6E1E-AE0D-26A5-CB236771C09D}"/>
          </ac:graphicFrameMkLst>
        </pc:graphicFrameChg>
      </pc:sldChg>
      <pc:sldChg chg="modSp mod">
        <pc:chgData name="Connie Cooper" userId="42a57f5b-2933-40af-8128-6b3bcf8b108f" providerId="ADAL" clId="{41989F49-89E7-4715-8236-83B3BE5D0E86}" dt="2025-03-10T18:09:07.255" v="12" actId="14100"/>
        <pc:sldMkLst>
          <pc:docMk/>
          <pc:sldMk cId="1191794060" sldId="373"/>
        </pc:sldMkLst>
        <pc:spChg chg="mod">
          <ac:chgData name="Connie Cooper" userId="42a57f5b-2933-40af-8128-6b3bcf8b108f" providerId="ADAL" clId="{41989F49-89E7-4715-8236-83B3BE5D0E86}" dt="2025-03-10T18:09:07.255" v="12" actId="14100"/>
          <ac:spMkLst>
            <pc:docMk/>
            <pc:sldMk cId="1191794060" sldId="373"/>
            <ac:spMk id="4" creationId="{00000000-0000-0000-0000-000000000000}"/>
          </ac:spMkLst>
        </pc:spChg>
      </pc:sldChg>
      <pc:sldChg chg="addSp delSp modSp mod setBg setClrOvrMap">
        <pc:chgData name="Connie Cooper" userId="42a57f5b-2933-40af-8128-6b3bcf8b108f" providerId="ADAL" clId="{41989F49-89E7-4715-8236-83B3BE5D0E86}" dt="2025-03-10T18:09:55.871" v="20" actId="26606"/>
        <pc:sldMkLst>
          <pc:docMk/>
          <pc:sldMk cId="695563798" sldId="387"/>
        </pc:sldMkLst>
        <pc:spChg chg="mod">
          <ac:chgData name="Connie Cooper" userId="42a57f5b-2933-40af-8128-6b3bcf8b108f" providerId="ADAL" clId="{41989F49-89E7-4715-8236-83B3BE5D0E86}" dt="2025-03-10T18:09:55.871" v="20" actId="26606"/>
          <ac:spMkLst>
            <pc:docMk/>
            <pc:sldMk cId="695563798" sldId="387"/>
            <ac:spMk id="2" creationId="{00000000-0000-0000-0000-000000000000}"/>
          </ac:spMkLst>
        </pc:spChg>
        <pc:spChg chg="del">
          <ac:chgData name="Connie Cooper" userId="42a57f5b-2933-40af-8128-6b3bcf8b108f" providerId="ADAL" clId="{41989F49-89E7-4715-8236-83B3BE5D0E86}" dt="2025-03-10T18:09:55.871" v="20" actId="26606"/>
          <ac:spMkLst>
            <pc:docMk/>
            <pc:sldMk cId="695563798" sldId="387"/>
            <ac:spMk id="42" creationId="{B9D93730-8C7D-423D-9137-597B5FA65701}"/>
          </ac:spMkLst>
        </pc:spChg>
        <pc:spChg chg="del">
          <ac:chgData name="Connie Cooper" userId="42a57f5b-2933-40af-8128-6b3bcf8b108f" providerId="ADAL" clId="{41989F49-89E7-4715-8236-83B3BE5D0E86}" dt="2025-03-10T18:09:55.871" v="20" actId="26606"/>
          <ac:spMkLst>
            <pc:docMk/>
            <pc:sldMk cId="695563798" sldId="387"/>
            <ac:spMk id="43" creationId="{056824CE-083D-4ED5-94A5-655345BBE75E}"/>
          </ac:spMkLst>
        </pc:spChg>
        <pc:spChg chg="del">
          <ac:chgData name="Connie Cooper" userId="42a57f5b-2933-40af-8128-6b3bcf8b108f" providerId="ADAL" clId="{41989F49-89E7-4715-8236-83B3BE5D0E86}" dt="2025-03-10T18:09:55.871" v="20" actId="26606"/>
          <ac:spMkLst>
            <pc:docMk/>
            <pc:sldMk cId="695563798" sldId="387"/>
            <ac:spMk id="44" creationId="{0785D83B-2124-40CD-9E29-811BC2B7CE64}"/>
          </ac:spMkLst>
        </pc:spChg>
        <pc:spChg chg="add">
          <ac:chgData name="Connie Cooper" userId="42a57f5b-2933-40af-8128-6b3bcf8b108f" providerId="ADAL" clId="{41989F49-89E7-4715-8236-83B3BE5D0E86}" dt="2025-03-10T18:09:55.871" v="20" actId="26606"/>
          <ac:spMkLst>
            <pc:docMk/>
            <pc:sldMk cId="695563798" sldId="387"/>
            <ac:spMk id="50" creationId="{B9D93730-8C7D-423D-9137-597B5FA65701}"/>
          </ac:spMkLst>
        </pc:spChg>
        <pc:spChg chg="add">
          <ac:chgData name="Connie Cooper" userId="42a57f5b-2933-40af-8128-6b3bcf8b108f" providerId="ADAL" clId="{41989F49-89E7-4715-8236-83B3BE5D0E86}" dt="2025-03-10T18:09:55.871" v="20" actId="26606"/>
          <ac:spMkLst>
            <pc:docMk/>
            <pc:sldMk cId="695563798" sldId="387"/>
            <ac:spMk id="52" creationId="{B2B82547-2424-4E7A-A98B-75206EE73028}"/>
          </ac:spMkLst>
        </pc:spChg>
        <pc:spChg chg="add">
          <ac:chgData name="Connie Cooper" userId="42a57f5b-2933-40af-8128-6b3bcf8b108f" providerId="ADAL" clId="{41989F49-89E7-4715-8236-83B3BE5D0E86}" dt="2025-03-10T18:09:55.871" v="20" actId="26606"/>
          <ac:spMkLst>
            <pc:docMk/>
            <pc:sldMk cId="695563798" sldId="387"/>
            <ac:spMk id="54" creationId="{5109BC2F-9616-4D7D-9E98-57898009A828}"/>
          </ac:spMkLst>
        </pc:spChg>
        <pc:graphicFrameChg chg="mod modGraphic">
          <ac:chgData name="Connie Cooper" userId="42a57f5b-2933-40af-8128-6b3bcf8b108f" providerId="ADAL" clId="{41989F49-89E7-4715-8236-83B3BE5D0E86}" dt="2025-03-10T18:09:55.871" v="20" actId="26606"/>
          <ac:graphicFrameMkLst>
            <pc:docMk/>
            <pc:sldMk cId="695563798" sldId="387"/>
            <ac:graphicFrameMk id="45" creationId="{949BEF4A-1475-15E8-55E1-9C135D030463}"/>
          </ac:graphicFrameMkLst>
        </pc:graphicFrameChg>
      </pc:sldChg>
      <pc:sldChg chg="addSp delSp modSp mod setBg setClrOvrMap">
        <pc:chgData name="Connie Cooper" userId="42a57f5b-2933-40af-8128-6b3bcf8b108f" providerId="ADAL" clId="{41989F49-89E7-4715-8236-83B3BE5D0E86}" dt="2025-03-10T18:10:35.235" v="21" actId="26606"/>
        <pc:sldMkLst>
          <pc:docMk/>
          <pc:sldMk cId="210717128" sldId="390"/>
        </pc:sldMkLst>
        <pc:spChg chg="mod">
          <ac:chgData name="Connie Cooper" userId="42a57f5b-2933-40af-8128-6b3bcf8b108f" providerId="ADAL" clId="{41989F49-89E7-4715-8236-83B3BE5D0E86}" dt="2025-03-10T18:10:35.235" v="21" actId="26606"/>
          <ac:spMkLst>
            <pc:docMk/>
            <pc:sldMk cId="210717128" sldId="390"/>
            <ac:spMk id="2" creationId="{00000000-0000-0000-0000-000000000000}"/>
          </ac:spMkLst>
        </pc:spChg>
        <pc:spChg chg="del">
          <ac:chgData name="Connie Cooper" userId="42a57f5b-2933-40af-8128-6b3bcf8b108f" providerId="ADAL" clId="{41989F49-89E7-4715-8236-83B3BE5D0E86}" dt="2025-03-10T18:10:35.235" v="21" actId="26606"/>
          <ac:spMkLst>
            <pc:docMk/>
            <pc:sldMk cId="210717128" sldId="390"/>
            <ac:spMk id="35" creationId="{B9D93730-8C7D-423D-9137-597B5FA65701}"/>
          </ac:spMkLst>
        </pc:spChg>
        <pc:spChg chg="del">
          <ac:chgData name="Connie Cooper" userId="42a57f5b-2933-40af-8128-6b3bcf8b108f" providerId="ADAL" clId="{41989F49-89E7-4715-8236-83B3BE5D0E86}" dt="2025-03-10T18:10:35.235" v="21" actId="26606"/>
          <ac:spMkLst>
            <pc:docMk/>
            <pc:sldMk cId="210717128" sldId="390"/>
            <ac:spMk id="36" creationId="{B2B82547-2424-4E7A-A98B-75206EE73028}"/>
          </ac:spMkLst>
        </pc:spChg>
        <pc:spChg chg="del">
          <ac:chgData name="Connie Cooper" userId="42a57f5b-2933-40af-8128-6b3bcf8b108f" providerId="ADAL" clId="{41989F49-89E7-4715-8236-83B3BE5D0E86}" dt="2025-03-10T18:10:35.235" v="21" actId="26606"/>
          <ac:spMkLst>
            <pc:docMk/>
            <pc:sldMk cId="210717128" sldId="390"/>
            <ac:spMk id="37" creationId="{5109BC2F-9616-4D7D-9E98-57898009A828}"/>
          </ac:spMkLst>
        </pc:spChg>
        <pc:spChg chg="add">
          <ac:chgData name="Connie Cooper" userId="42a57f5b-2933-40af-8128-6b3bcf8b108f" providerId="ADAL" clId="{41989F49-89E7-4715-8236-83B3BE5D0E86}" dt="2025-03-10T18:10:35.235" v="21" actId="26606"/>
          <ac:spMkLst>
            <pc:docMk/>
            <pc:sldMk cId="210717128" sldId="390"/>
            <ac:spMk id="42" creationId="{B9D93730-8C7D-423D-9137-597B5FA65701}"/>
          </ac:spMkLst>
        </pc:spChg>
        <pc:spChg chg="add">
          <ac:chgData name="Connie Cooper" userId="42a57f5b-2933-40af-8128-6b3bcf8b108f" providerId="ADAL" clId="{41989F49-89E7-4715-8236-83B3BE5D0E86}" dt="2025-03-10T18:10:35.235" v="21" actId="26606"/>
          <ac:spMkLst>
            <pc:docMk/>
            <pc:sldMk cId="210717128" sldId="390"/>
            <ac:spMk id="44" creationId="{056824CE-083D-4ED5-94A5-655345BBE75E}"/>
          </ac:spMkLst>
        </pc:spChg>
        <pc:spChg chg="add">
          <ac:chgData name="Connie Cooper" userId="42a57f5b-2933-40af-8128-6b3bcf8b108f" providerId="ADAL" clId="{41989F49-89E7-4715-8236-83B3BE5D0E86}" dt="2025-03-10T18:10:35.235" v="21" actId="26606"/>
          <ac:spMkLst>
            <pc:docMk/>
            <pc:sldMk cId="210717128" sldId="390"/>
            <ac:spMk id="46" creationId="{0785D83B-2124-40CD-9E29-811BC2B7CE64}"/>
          </ac:spMkLst>
        </pc:spChg>
        <pc:graphicFrameChg chg="mod modGraphic">
          <ac:chgData name="Connie Cooper" userId="42a57f5b-2933-40af-8128-6b3bcf8b108f" providerId="ADAL" clId="{41989F49-89E7-4715-8236-83B3BE5D0E86}" dt="2025-03-10T18:10:35.235" v="21" actId="26606"/>
          <ac:graphicFrameMkLst>
            <pc:docMk/>
            <pc:sldMk cId="210717128" sldId="390"/>
            <ac:graphicFrameMk id="8" creationId="{645A756E-5104-F981-26B2-55606D832BD1}"/>
          </ac:graphicFrameMkLst>
        </pc:graphicFrameChg>
      </pc:sldChg>
      <pc:sldChg chg="modSp">
        <pc:chgData name="Connie Cooper" userId="42a57f5b-2933-40af-8128-6b3bcf8b108f" providerId="ADAL" clId="{41989F49-89E7-4715-8236-83B3BE5D0E86}" dt="2025-03-11T16:55:09.395" v="34" actId="122"/>
        <pc:sldMkLst>
          <pc:docMk/>
          <pc:sldMk cId="806175100" sldId="394"/>
        </pc:sldMkLst>
        <pc:spChg chg="mod">
          <ac:chgData name="Connie Cooper" userId="42a57f5b-2933-40af-8128-6b3bcf8b108f" providerId="ADAL" clId="{41989F49-89E7-4715-8236-83B3BE5D0E86}" dt="2025-03-11T16:55:09.395" v="34" actId="122"/>
          <ac:spMkLst>
            <pc:docMk/>
            <pc:sldMk cId="806175100" sldId="394"/>
            <ac:spMk id="2" creationId="{00000000-0000-0000-0000-000000000000}"/>
          </ac:spMkLst>
        </pc:spChg>
      </pc:sldChg>
      <pc:sldChg chg="ord">
        <pc:chgData name="Connie Cooper" userId="42a57f5b-2933-40af-8128-6b3bcf8b108f" providerId="ADAL" clId="{41989F49-89E7-4715-8236-83B3BE5D0E86}" dt="2025-03-11T16:55:53.505" v="38"/>
        <pc:sldMkLst>
          <pc:docMk/>
          <pc:sldMk cId="927340175" sldId="397"/>
        </pc:sldMkLst>
      </pc:sldChg>
      <pc:sldChg chg="addSp delSp modSp mod">
        <pc:chgData name="Connie Cooper" userId="42a57f5b-2933-40af-8128-6b3bcf8b108f" providerId="ADAL" clId="{41989F49-89E7-4715-8236-83B3BE5D0E86}" dt="2025-03-11T16:59:23.352" v="110" actId="14100"/>
        <pc:sldMkLst>
          <pc:docMk/>
          <pc:sldMk cId="4101600486" sldId="408"/>
        </pc:sldMkLst>
        <pc:spChg chg="mod">
          <ac:chgData name="Connie Cooper" userId="42a57f5b-2933-40af-8128-6b3bcf8b108f" providerId="ADAL" clId="{41989F49-89E7-4715-8236-83B3BE5D0E86}" dt="2025-03-11T16:59:17.727" v="109" actId="26606"/>
          <ac:spMkLst>
            <pc:docMk/>
            <pc:sldMk cId="4101600486" sldId="408"/>
            <ac:spMk id="2" creationId="{00000000-0000-0000-0000-000000000000}"/>
          </ac:spMkLst>
        </pc:spChg>
        <pc:spChg chg="mod">
          <ac:chgData name="Connie Cooper" userId="42a57f5b-2933-40af-8128-6b3bcf8b108f" providerId="ADAL" clId="{41989F49-89E7-4715-8236-83B3BE5D0E86}" dt="2025-03-11T16:59:23.352" v="110" actId="14100"/>
          <ac:spMkLst>
            <pc:docMk/>
            <pc:sldMk cId="4101600486" sldId="408"/>
            <ac:spMk id="3" creationId="{00000000-0000-0000-0000-000000000000}"/>
          </ac:spMkLst>
        </pc:spChg>
        <pc:spChg chg="del">
          <ac:chgData name="Connie Cooper" userId="42a57f5b-2933-40af-8128-6b3bcf8b108f" providerId="ADAL" clId="{41989F49-89E7-4715-8236-83B3BE5D0E86}" dt="2025-03-11T16:59:17.727" v="109" actId="26606"/>
          <ac:spMkLst>
            <pc:docMk/>
            <pc:sldMk cId="4101600486" sldId="408"/>
            <ac:spMk id="10" creationId="{DA9A1ACB-4ECA-4EAE-AEAB-CE9C8C01EE60}"/>
          </ac:spMkLst>
        </pc:spChg>
        <pc:spChg chg="del">
          <ac:chgData name="Connie Cooper" userId="42a57f5b-2933-40af-8128-6b3bcf8b108f" providerId="ADAL" clId="{41989F49-89E7-4715-8236-83B3BE5D0E86}" dt="2025-03-11T16:59:17.727" v="109" actId="26606"/>
          <ac:spMkLst>
            <pc:docMk/>
            <pc:sldMk cId="4101600486" sldId="408"/>
            <ac:spMk id="12" creationId="{28F489B8-B6E6-485E-9CB6-3C90A4D84172}"/>
          </ac:spMkLst>
        </pc:spChg>
        <pc:spChg chg="add">
          <ac:chgData name="Connie Cooper" userId="42a57f5b-2933-40af-8128-6b3bcf8b108f" providerId="ADAL" clId="{41989F49-89E7-4715-8236-83B3BE5D0E86}" dt="2025-03-11T16:59:17.727" v="109" actId="26606"/>
          <ac:spMkLst>
            <pc:docMk/>
            <pc:sldMk cId="4101600486" sldId="408"/>
            <ac:spMk id="17" creationId="{DA9A1ACB-4ECA-4EAE-AEAB-CE9C8C01EE60}"/>
          </ac:spMkLst>
        </pc:spChg>
        <pc:spChg chg="add">
          <ac:chgData name="Connie Cooper" userId="42a57f5b-2933-40af-8128-6b3bcf8b108f" providerId="ADAL" clId="{41989F49-89E7-4715-8236-83B3BE5D0E86}" dt="2025-03-11T16:59:17.727" v="109" actId="26606"/>
          <ac:spMkLst>
            <pc:docMk/>
            <pc:sldMk cId="4101600486" sldId="408"/>
            <ac:spMk id="19" creationId="{72319FFA-0E4F-4E0B-BEBA-A9DD4B41AAE9}"/>
          </ac:spMkLst>
        </pc:spChg>
        <pc:picChg chg="mod">
          <ac:chgData name="Connie Cooper" userId="42a57f5b-2933-40af-8128-6b3bcf8b108f" providerId="ADAL" clId="{41989F49-89E7-4715-8236-83B3BE5D0E86}" dt="2025-03-11T16:59:17.727" v="109" actId="26606"/>
          <ac:picMkLst>
            <pc:docMk/>
            <pc:sldMk cId="4101600486" sldId="408"/>
            <ac:picMk id="5" creationId="{00000000-0000-0000-0000-000000000000}"/>
          </ac:picMkLst>
        </pc:picChg>
      </pc:sldChg>
      <pc:sldChg chg="addSp delSp modSp new mod setBg">
        <pc:chgData name="Connie Cooper" userId="42a57f5b-2933-40af-8128-6b3bcf8b108f" providerId="ADAL" clId="{41989F49-89E7-4715-8236-83B3BE5D0E86}" dt="2025-03-11T16:58:57.228" v="108" actId="1076"/>
        <pc:sldMkLst>
          <pc:docMk/>
          <pc:sldMk cId="1088954150" sldId="412"/>
        </pc:sldMkLst>
        <pc:spChg chg="del">
          <ac:chgData name="Connie Cooper" userId="42a57f5b-2933-40af-8128-6b3bcf8b108f" providerId="ADAL" clId="{41989F49-89E7-4715-8236-83B3BE5D0E86}" dt="2025-03-11T16:56:24.796" v="40" actId="478"/>
          <ac:spMkLst>
            <pc:docMk/>
            <pc:sldMk cId="1088954150" sldId="412"/>
            <ac:spMk id="2" creationId="{F809C473-DBC1-4820-BCD5-B927212BACA7}"/>
          </ac:spMkLst>
        </pc:spChg>
        <pc:spChg chg="del">
          <ac:chgData name="Connie Cooper" userId="42a57f5b-2933-40af-8128-6b3bcf8b108f" providerId="ADAL" clId="{41989F49-89E7-4715-8236-83B3BE5D0E86}" dt="2025-03-11T16:56:25.837" v="41" actId="478"/>
          <ac:spMkLst>
            <pc:docMk/>
            <pc:sldMk cId="1088954150" sldId="412"/>
            <ac:spMk id="3" creationId="{5DD29BF3-B4E8-4CD1-8A17-03402A5F173F}"/>
          </ac:spMkLst>
        </pc:spChg>
        <pc:spChg chg="add mod">
          <ac:chgData name="Connie Cooper" userId="42a57f5b-2933-40af-8128-6b3bcf8b108f" providerId="ADAL" clId="{41989F49-89E7-4715-8236-83B3BE5D0E86}" dt="2025-03-11T16:58:57.228" v="108" actId="1076"/>
          <ac:spMkLst>
            <pc:docMk/>
            <pc:sldMk cId="1088954150" sldId="412"/>
            <ac:spMk id="8" creationId="{BECDD999-E621-4536-BD0F-432ED94302B8}"/>
          </ac:spMkLst>
        </pc:spChg>
        <pc:spChg chg="add">
          <ac:chgData name="Connie Cooper" userId="42a57f5b-2933-40af-8128-6b3bcf8b108f" providerId="ADAL" clId="{41989F49-89E7-4715-8236-83B3BE5D0E86}" dt="2025-03-11T16:57:54.575" v="43" actId="26606"/>
          <ac:spMkLst>
            <pc:docMk/>
            <pc:sldMk cId="1088954150" sldId="412"/>
            <ac:spMk id="12" creationId="{6A01907A-BF04-440F-BA0D-49BC9627344C}"/>
          </ac:spMkLst>
        </pc:spChg>
        <pc:picChg chg="add mod">
          <ac:chgData name="Connie Cooper" userId="42a57f5b-2933-40af-8128-6b3bcf8b108f" providerId="ADAL" clId="{41989F49-89E7-4715-8236-83B3BE5D0E86}" dt="2025-03-11T16:57:54.575" v="43" actId="26606"/>
          <ac:picMkLst>
            <pc:docMk/>
            <pc:sldMk cId="1088954150" sldId="412"/>
            <ac:picMk id="7" creationId="{E67DD2C1-0634-4907-A4F1-B433646341D8}"/>
          </ac:picMkLst>
        </pc:picChg>
      </pc:sldChg>
    </pc:docChg>
  </pc:docChgLst>
</pc:chgInfo>
</file>

<file path=ppt/diagrams/_rels/data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image" Target="../media/image9.png"/></Relationships>
</file>

<file path=ppt/diagrams/_rels/data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image" Target="../media/image9.png"/></Relationships>
</file>

<file path=ppt/diagrams/_rels/drawing3.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7.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_rels/drawing12.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13.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803500-9F39-4DF9-BEE8-6DB6E8999CCE}"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0F25D342-1967-4B56-A566-2E6EBAE6F43A}">
      <dgm:prSet/>
      <dgm:spPr/>
      <dgm:t>
        <a:bodyPr/>
        <a:lstStyle/>
        <a:p>
          <a:r>
            <a:rPr lang="en-US" i="0">
              <a:latin typeface="Cambria" panose="02040503050406030204" pitchFamily="18" charset="0"/>
              <a:ea typeface="Cambria" panose="02040503050406030204" pitchFamily="18" charset="0"/>
            </a:rPr>
            <a:t>Provide superior quality care for each patient we are privileged to serve.</a:t>
          </a:r>
        </a:p>
      </dgm:t>
    </dgm:pt>
    <dgm:pt modelId="{D8402D5A-FC10-4D17-A835-1F92F0A41626}" type="parTrans" cxnId="{C8B5D38E-A306-4A51-B87C-CE80FB90C149}">
      <dgm:prSet/>
      <dgm:spPr/>
      <dgm:t>
        <a:bodyPr/>
        <a:lstStyle/>
        <a:p>
          <a:endParaRPr lang="en-US"/>
        </a:p>
      </dgm:t>
    </dgm:pt>
    <dgm:pt modelId="{3048BD03-C2F7-4DC3-B3D7-64270CF39E20}" type="sibTrans" cxnId="{C8B5D38E-A306-4A51-B87C-CE80FB90C149}">
      <dgm:prSet/>
      <dgm:spPr/>
      <dgm:t>
        <a:bodyPr/>
        <a:lstStyle/>
        <a:p>
          <a:endParaRPr lang="en-US"/>
        </a:p>
      </dgm:t>
    </dgm:pt>
    <dgm:pt modelId="{45F6092F-6F68-4B7C-B2AB-28DE2A8BBA4D}">
      <dgm:prSet/>
      <dgm:spPr/>
      <dgm:t>
        <a:bodyPr/>
        <a:lstStyle/>
        <a:p>
          <a:r>
            <a:rPr lang="en-US" i="0" dirty="0">
              <a:latin typeface="Cambria" panose="02040503050406030204" pitchFamily="18" charset="0"/>
              <a:ea typeface="Cambria" panose="02040503050406030204" pitchFamily="18" charset="0"/>
            </a:rPr>
            <a:t>Many of our patients face </a:t>
          </a:r>
          <a:r>
            <a:rPr lang="en-US" b="1" i="0" u="sng" dirty="0">
              <a:latin typeface="Cambria" panose="02040503050406030204" pitchFamily="18" charset="0"/>
              <a:ea typeface="Cambria" panose="02040503050406030204" pitchFamily="18" charset="0"/>
            </a:rPr>
            <a:t>complex health challenges </a:t>
          </a:r>
          <a:r>
            <a:rPr lang="en-US" i="0" dirty="0">
              <a:latin typeface="Cambria" panose="02040503050406030204" pitchFamily="18" charset="0"/>
              <a:ea typeface="Cambria" panose="02040503050406030204" pitchFamily="18" charset="0"/>
            </a:rPr>
            <a:t>and it is our job to have </a:t>
          </a:r>
          <a:r>
            <a:rPr lang="en-US" b="1" i="0" dirty="0">
              <a:latin typeface="Cambria" panose="02040503050406030204" pitchFamily="18" charset="0"/>
              <a:ea typeface="Cambria" panose="02040503050406030204" pitchFamily="18" charset="0"/>
            </a:rPr>
            <a:t>compassion and understanding</a:t>
          </a:r>
          <a:r>
            <a:rPr lang="en-US" i="0" dirty="0">
              <a:latin typeface="Cambria" panose="02040503050406030204" pitchFamily="18" charset="0"/>
              <a:ea typeface="Cambria" panose="02040503050406030204" pitchFamily="18" charset="0"/>
            </a:rPr>
            <a:t>.</a:t>
          </a:r>
        </a:p>
      </dgm:t>
    </dgm:pt>
    <dgm:pt modelId="{70320430-43F1-4D2D-807F-692581920791}" type="parTrans" cxnId="{F1FED11E-8B72-42E6-8A78-BF87FA76C042}">
      <dgm:prSet/>
      <dgm:spPr/>
      <dgm:t>
        <a:bodyPr/>
        <a:lstStyle/>
        <a:p>
          <a:endParaRPr lang="en-US"/>
        </a:p>
      </dgm:t>
    </dgm:pt>
    <dgm:pt modelId="{D7985920-C1A4-414D-91F1-9648C2C258E0}" type="sibTrans" cxnId="{F1FED11E-8B72-42E6-8A78-BF87FA76C042}">
      <dgm:prSet/>
      <dgm:spPr/>
      <dgm:t>
        <a:bodyPr/>
        <a:lstStyle/>
        <a:p>
          <a:endParaRPr lang="en-US"/>
        </a:p>
      </dgm:t>
    </dgm:pt>
    <dgm:pt modelId="{E851A66C-981F-416E-8DFE-2D0CC5986E6C}">
      <dgm:prSet/>
      <dgm:spPr/>
      <dgm:t>
        <a:bodyPr/>
        <a:lstStyle/>
        <a:p>
          <a:r>
            <a:rPr lang="en-US" i="0" dirty="0">
              <a:latin typeface="Cambria" panose="02040503050406030204" pitchFamily="18" charset="0"/>
              <a:ea typeface="Cambria" panose="02040503050406030204" pitchFamily="18" charset="0"/>
            </a:rPr>
            <a:t>Be aware that </a:t>
          </a:r>
          <a:r>
            <a:rPr lang="en-US" i="0" u="sng" dirty="0">
              <a:latin typeface="Cambria" panose="02040503050406030204" pitchFamily="18" charset="0"/>
              <a:ea typeface="Cambria" panose="02040503050406030204" pitchFamily="18" charset="0"/>
            </a:rPr>
            <a:t>behind every patient are families and loved ones </a:t>
          </a:r>
          <a:r>
            <a:rPr lang="en-US" i="0" dirty="0">
              <a:latin typeface="Cambria" panose="02040503050406030204" pitchFamily="18" charset="0"/>
              <a:ea typeface="Cambria" panose="02040503050406030204" pitchFamily="18" charset="0"/>
            </a:rPr>
            <a:t>who also need support.</a:t>
          </a:r>
        </a:p>
      </dgm:t>
    </dgm:pt>
    <dgm:pt modelId="{1999356A-D490-4175-96E6-B687325C50AA}" type="parTrans" cxnId="{A2CBE683-881A-4511-8C13-295ABA13C030}">
      <dgm:prSet/>
      <dgm:spPr/>
      <dgm:t>
        <a:bodyPr/>
        <a:lstStyle/>
        <a:p>
          <a:endParaRPr lang="en-US"/>
        </a:p>
      </dgm:t>
    </dgm:pt>
    <dgm:pt modelId="{7FC80F2E-5D54-4905-88BC-CABC28985E56}" type="sibTrans" cxnId="{A2CBE683-881A-4511-8C13-295ABA13C030}">
      <dgm:prSet/>
      <dgm:spPr/>
      <dgm:t>
        <a:bodyPr/>
        <a:lstStyle/>
        <a:p>
          <a:endParaRPr lang="en-US"/>
        </a:p>
      </dgm:t>
    </dgm:pt>
    <dgm:pt modelId="{91E2FDE1-DDA8-4A97-871B-21626A6F15B2}">
      <dgm:prSet/>
      <dgm:spPr/>
      <dgm:t>
        <a:bodyPr/>
        <a:lstStyle/>
        <a:p>
          <a:r>
            <a:rPr lang="en-US" i="0">
              <a:latin typeface="Cambria" panose="02040503050406030204" pitchFamily="18" charset="0"/>
              <a:ea typeface="Cambria" panose="02040503050406030204" pitchFamily="18" charset="0"/>
            </a:rPr>
            <a:t>Every patient interaction matters</a:t>
          </a:r>
        </a:p>
      </dgm:t>
    </dgm:pt>
    <dgm:pt modelId="{63DB9784-BFF7-4ACE-BF00-A20F1593E3DC}" type="parTrans" cxnId="{3B388C5F-3E12-4777-8B70-A130B135A3EC}">
      <dgm:prSet/>
      <dgm:spPr/>
      <dgm:t>
        <a:bodyPr/>
        <a:lstStyle/>
        <a:p>
          <a:endParaRPr lang="en-US"/>
        </a:p>
      </dgm:t>
    </dgm:pt>
    <dgm:pt modelId="{27A69F62-1C83-4E10-B130-C9FC6E080E0C}" type="sibTrans" cxnId="{3B388C5F-3E12-4777-8B70-A130B135A3EC}">
      <dgm:prSet/>
      <dgm:spPr/>
      <dgm:t>
        <a:bodyPr/>
        <a:lstStyle/>
        <a:p>
          <a:endParaRPr lang="en-US"/>
        </a:p>
      </dgm:t>
    </dgm:pt>
    <dgm:pt modelId="{51D97A90-B0B7-4F48-BF74-E67171CA52E7}" type="pres">
      <dgm:prSet presAssocID="{1C803500-9F39-4DF9-BEE8-6DB6E8999CCE}" presName="vert0" presStyleCnt="0">
        <dgm:presLayoutVars>
          <dgm:dir/>
          <dgm:animOne val="branch"/>
          <dgm:animLvl val="lvl"/>
        </dgm:presLayoutVars>
      </dgm:prSet>
      <dgm:spPr/>
    </dgm:pt>
    <dgm:pt modelId="{19B44116-3493-489E-9655-D96BCB6824DE}" type="pres">
      <dgm:prSet presAssocID="{0F25D342-1967-4B56-A566-2E6EBAE6F43A}" presName="thickLine" presStyleLbl="alignNode1" presStyleIdx="0" presStyleCnt="4"/>
      <dgm:spPr/>
    </dgm:pt>
    <dgm:pt modelId="{A78A572A-07AC-403F-8200-E74A70A20519}" type="pres">
      <dgm:prSet presAssocID="{0F25D342-1967-4B56-A566-2E6EBAE6F43A}" presName="horz1" presStyleCnt="0"/>
      <dgm:spPr/>
    </dgm:pt>
    <dgm:pt modelId="{E9759892-E5A7-4E5F-BA74-5854AAE6393F}" type="pres">
      <dgm:prSet presAssocID="{0F25D342-1967-4B56-A566-2E6EBAE6F43A}" presName="tx1" presStyleLbl="revTx" presStyleIdx="0" presStyleCnt="4"/>
      <dgm:spPr/>
    </dgm:pt>
    <dgm:pt modelId="{6055ACB8-AEA0-4BA9-82F2-76DA03EE6197}" type="pres">
      <dgm:prSet presAssocID="{0F25D342-1967-4B56-A566-2E6EBAE6F43A}" presName="vert1" presStyleCnt="0"/>
      <dgm:spPr/>
    </dgm:pt>
    <dgm:pt modelId="{19384653-2A20-406C-9EA1-6F6B67F570CE}" type="pres">
      <dgm:prSet presAssocID="{45F6092F-6F68-4B7C-B2AB-28DE2A8BBA4D}" presName="thickLine" presStyleLbl="alignNode1" presStyleIdx="1" presStyleCnt="4"/>
      <dgm:spPr/>
    </dgm:pt>
    <dgm:pt modelId="{1E161C28-8330-4BE3-813B-BE9DF7D08FFB}" type="pres">
      <dgm:prSet presAssocID="{45F6092F-6F68-4B7C-B2AB-28DE2A8BBA4D}" presName="horz1" presStyleCnt="0"/>
      <dgm:spPr/>
    </dgm:pt>
    <dgm:pt modelId="{9496D200-D8CC-475F-B495-9431E87B0CD8}" type="pres">
      <dgm:prSet presAssocID="{45F6092F-6F68-4B7C-B2AB-28DE2A8BBA4D}" presName="tx1" presStyleLbl="revTx" presStyleIdx="1" presStyleCnt="4"/>
      <dgm:spPr/>
    </dgm:pt>
    <dgm:pt modelId="{893503B8-7795-4866-B0F1-CA4D1E51E284}" type="pres">
      <dgm:prSet presAssocID="{45F6092F-6F68-4B7C-B2AB-28DE2A8BBA4D}" presName="vert1" presStyleCnt="0"/>
      <dgm:spPr/>
    </dgm:pt>
    <dgm:pt modelId="{99D66AAE-1472-4714-8D41-3386C23930EF}" type="pres">
      <dgm:prSet presAssocID="{E851A66C-981F-416E-8DFE-2D0CC5986E6C}" presName="thickLine" presStyleLbl="alignNode1" presStyleIdx="2" presStyleCnt="4"/>
      <dgm:spPr/>
    </dgm:pt>
    <dgm:pt modelId="{CE069464-31CC-41DC-98AD-28E47A7184B0}" type="pres">
      <dgm:prSet presAssocID="{E851A66C-981F-416E-8DFE-2D0CC5986E6C}" presName="horz1" presStyleCnt="0"/>
      <dgm:spPr/>
    </dgm:pt>
    <dgm:pt modelId="{9B815A4A-8E3D-458A-A068-4FB72E0FA5E0}" type="pres">
      <dgm:prSet presAssocID="{E851A66C-981F-416E-8DFE-2D0CC5986E6C}" presName="tx1" presStyleLbl="revTx" presStyleIdx="2" presStyleCnt="4"/>
      <dgm:spPr/>
    </dgm:pt>
    <dgm:pt modelId="{DEF8A71E-3786-4E92-9E13-FD488C8547F8}" type="pres">
      <dgm:prSet presAssocID="{E851A66C-981F-416E-8DFE-2D0CC5986E6C}" presName="vert1" presStyleCnt="0"/>
      <dgm:spPr/>
    </dgm:pt>
    <dgm:pt modelId="{BA6A831B-5CF7-44C6-BFAB-60A41BE76486}" type="pres">
      <dgm:prSet presAssocID="{91E2FDE1-DDA8-4A97-871B-21626A6F15B2}" presName="thickLine" presStyleLbl="alignNode1" presStyleIdx="3" presStyleCnt="4"/>
      <dgm:spPr/>
    </dgm:pt>
    <dgm:pt modelId="{D9676FA4-A72E-4187-9C1B-A9AF08B6D8D6}" type="pres">
      <dgm:prSet presAssocID="{91E2FDE1-DDA8-4A97-871B-21626A6F15B2}" presName="horz1" presStyleCnt="0"/>
      <dgm:spPr/>
    </dgm:pt>
    <dgm:pt modelId="{8C4C22C9-8BF6-4DD6-BC9E-02312FF24917}" type="pres">
      <dgm:prSet presAssocID="{91E2FDE1-DDA8-4A97-871B-21626A6F15B2}" presName="tx1" presStyleLbl="revTx" presStyleIdx="3" presStyleCnt="4"/>
      <dgm:spPr/>
    </dgm:pt>
    <dgm:pt modelId="{D8293D24-59F6-45D1-8BDF-DEE207BADE8A}" type="pres">
      <dgm:prSet presAssocID="{91E2FDE1-DDA8-4A97-871B-21626A6F15B2}" presName="vert1" presStyleCnt="0"/>
      <dgm:spPr/>
    </dgm:pt>
  </dgm:ptLst>
  <dgm:cxnLst>
    <dgm:cxn modelId="{2C461A0B-6A11-41D2-A172-E0085A0E3273}" type="presOf" srcId="{1C803500-9F39-4DF9-BEE8-6DB6E8999CCE}" destId="{51D97A90-B0B7-4F48-BF74-E67171CA52E7}" srcOrd="0" destOrd="0" presId="urn:microsoft.com/office/officeart/2008/layout/LinedList"/>
    <dgm:cxn modelId="{F1FED11E-8B72-42E6-8A78-BF87FA76C042}" srcId="{1C803500-9F39-4DF9-BEE8-6DB6E8999CCE}" destId="{45F6092F-6F68-4B7C-B2AB-28DE2A8BBA4D}" srcOrd="1" destOrd="0" parTransId="{70320430-43F1-4D2D-807F-692581920791}" sibTransId="{D7985920-C1A4-414D-91F1-9648C2C258E0}"/>
    <dgm:cxn modelId="{E8D5AE22-0FE6-40D2-82C2-93187D6807CF}" type="presOf" srcId="{0F25D342-1967-4B56-A566-2E6EBAE6F43A}" destId="{E9759892-E5A7-4E5F-BA74-5854AAE6393F}" srcOrd="0" destOrd="0" presId="urn:microsoft.com/office/officeart/2008/layout/LinedList"/>
    <dgm:cxn modelId="{635FFB33-BEA5-41C0-BA98-8BCF17D25602}" type="presOf" srcId="{E851A66C-981F-416E-8DFE-2D0CC5986E6C}" destId="{9B815A4A-8E3D-458A-A068-4FB72E0FA5E0}" srcOrd="0" destOrd="0" presId="urn:microsoft.com/office/officeart/2008/layout/LinedList"/>
    <dgm:cxn modelId="{3B388C5F-3E12-4777-8B70-A130B135A3EC}" srcId="{1C803500-9F39-4DF9-BEE8-6DB6E8999CCE}" destId="{91E2FDE1-DDA8-4A97-871B-21626A6F15B2}" srcOrd="3" destOrd="0" parTransId="{63DB9784-BFF7-4ACE-BF00-A20F1593E3DC}" sibTransId="{27A69F62-1C83-4E10-B130-C9FC6E080E0C}"/>
    <dgm:cxn modelId="{94BF6F6B-A861-47ED-901C-3BAF05A1DD79}" type="presOf" srcId="{45F6092F-6F68-4B7C-B2AB-28DE2A8BBA4D}" destId="{9496D200-D8CC-475F-B495-9431E87B0CD8}" srcOrd="0" destOrd="0" presId="urn:microsoft.com/office/officeart/2008/layout/LinedList"/>
    <dgm:cxn modelId="{A2CBE683-881A-4511-8C13-295ABA13C030}" srcId="{1C803500-9F39-4DF9-BEE8-6DB6E8999CCE}" destId="{E851A66C-981F-416E-8DFE-2D0CC5986E6C}" srcOrd="2" destOrd="0" parTransId="{1999356A-D490-4175-96E6-B687325C50AA}" sibTransId="{7FC80F2E-5D54-4905-88BC-CABC28985E56}"/>
    <dgm:cxn modelId="{1EB8BE8D-28CE-4114-BE37-1B0DAB1FE172}" type="presOf" srcId="{91E2FDE1-DDA8-4A97-871B-21626A6F15B2}" destId="{8C4C22C9-8BF6-4DD6-BC9E-02312FF24917}" srcOrd="0" destOrd="0" presId="urn:microsoft.com/office/officeart/2008/layout/LinedList"/>
    <dgm:cxn modelId="{C8B5D38E-A306-4A51-B87C-CE80FB90C149}" srcId="{1C803500-9F39-4DF9-BEE8-6DB6E8999CCE}" destId="{0F25D342-1967-4B56-A566-2E6EBAE6F43A}" srcOrd="0" destOrd="0" parTransId="{D8402D5A-FC10-4D17-A835-1F92F0A41626}" sibTransId="{3048BD03-C2F7-4DC3-B3D7-64270CF39E20}"/>
    <dgm:cxn modelId="{ED2E7424-59BB-4C01-BACC-BF1079D79110}" type="presParOf" srcId="{51D97A90-B0B7-4F48-BF74-E67171CA52E7}" destId="{19B44116-3493-489E-9655-D96BCB6824DE}" srcOrd="0" destOrd="0" presId="urn:microsoft.com/office/officeart/2008/layout/LinedList"/>
    <dgm:cxn modelId="{A9F524C6-BCF5-4090-B712-775BC38709E8}" type="presParOf" srcId="{51D97A90-B0B7-4F48-BF74-E67171CA52E7}" destId="{A78A572A-07AC-403F-8200-E74A70A20519}" srcOrd="1" destOrd="0" presId="urn:microsoft.com/office/officeart/2008/layout/LinedList"/>
    <dgm:cxn modelId="{EE999534-2594-4CBB-ACA6-FC25553B222F}" type="presParOf" srcId="{A78A572A-07AC-403F-8200-E74A70A20519}" destId="{E9759892-E5A7-4E5F-BA74-5854AAE6393F}" srcOrd="0" destOrd="0" presId="urn:microsoft.com/office/officeart/2008/layout/LinedList"/>
    <dgm:cxn modelId="{84EF3E05-11A6-4FEC-B0EA-1EE36DA881E1}" type="presParOf" srcId="{A78A572A-07AC-403F-8200-E74A70A20519}" destId="{6055ACB8-AEA0-4BA9-82F2-76DA03EE6197}" srcOrd="1" destOrd="0" presId="urn:microsoft.com/office/officeart/2008/layout/LinedList"/>
    <dgm:cxn modelId="{57562863-FED2-4B15-943F-5A0E2E57FBB7}" type="presParOf" srcId="{51D97A90-B0B7-4F48-BF74-E67171CA52E7}" destId="{19384653-2A20-406C-9EA1-6F6B67F570CE}" srcOrd="2" destOrd="0" presId="urn:microsoft.com/office/officeart/2008/layout/LinedList"/>
    <dgm:cxn modelId="{B6FE3C45-F331-4A37-8EDE-D46FA4932F74}" type="presParOf" srcId="{51D97A90-B0B7-4F48-BF74-E67171CA52E7}" destId="{1E161C28-8330-4BE3-813B-BE9DF7D08FFB}" srcOrd="3" destOrd="0" presId="urn:microsoft.com/office/officeart/2008/layout/LinedList"/>
    <dgm:cxn modelId="{5796AF69-3939-4BB5-BBB5-B7E65CA851ED}" type="presParOf" srcId="{1E161C28-8330-4BE3-813B-BE9DF7D08FFB}" destId="{9496D200-D8CC-475F-B495-9431E87B0CD8}" srcOrd="0" destOrd="0" presId="urn:microsoft.com/office/officeart/2008/layout/LinedList"/>
    <dgm:cxn modelId="{04E760CF-E3C4-4C08-B0CA-7E758A16B098}" type="presParOf" srcId="{1E161C28-8330-4BE3-813B-BE9DF7D08FFB}" destId="{893503B8-7795-4866-B0F1-CA4D1E51E284}" srcOrd="1" destOrd="0" presId="urn:microsoft.com/office/officeart/2008/layout/LinedList"/>
    <dgm:cxn modelId="{4E4FE546-0F91-4999-B560-0C9CC273F4B5}" type="presParOf" srcId="{51D97A90-B0B7-4F48-BF74-E67171CA52E7}" destId="{99D66AAE-1472-4714-8D41-3386C23930EF}" srcOrd="4" destOrd="0" presId="urn:microsoft.com/office/officeart/2008/layout/LinedList"/>
    <dgm:cxn modelId="{4CC56206-E569-4074-AE8B-B765A5C61BA8}" type="presParOf" srcId="{51D97A90-B0B7-4F48-BF74-E67171CA52E7}" destId="{CE069464-31CC-41DC-98AD-28E47A7184B0}" srcOrd="5" destOrd="0" presId="urn:microsoft.com/office/officeart/2008/layout/LinedList"/>
    <dgm:cxn modelId="{2D46A2A5-1457-4889-83EF-8A749810F699}" type="presParOf" srcId="{CE069464-31CC-41DC-98AD-28E47A7184B0}" destId="{9B815A4A-8E3D-458A-A068-4FB72E0FA5E0}" srcOrd="0" destOrd="0" presId="urn:microsoft.com/office/officeart/2008/layout/LinedList"/>
    <dgm:cxn modelId="{32D90409-EB69-4179-B394-5F5C45275AD3}" type="presParOf" srcId="{CE069464-31CC-41DC-98AD-28E47A7184B0}" destId="{DEF8A71E-3786-4E92-9E13-FD488C8547F8}" srcOrd="1" destOrd="0" presId="urn:microsoft.com/office/officeart/2008/layout/LinedList"/>
    <dgm:cxn modelId="{063B5A4F-1266-45FE-BA71-4CACBA8300F7}" type="presParOf" srcId="{51D97A90-B0B7-4F48-BF74-E67171CA52E7}" destId="{BA6A831B-5CF7-44C6-BFAB-60A41BE76486}" srcOrd="6" destOrd="0" presId="urn:microsoft.com/office/officeart/2008/layout/LinedList"/>
    <dgm:cxn modelId="{BBA3FBAA-66FE-4BDB-B813-E793F3FDF49B}" type="presParOf" srcId="{51D97A90-B0B7-4F48-BF74-E67171CA52E7}" destId="{D9676FA4-A72E-4187-9C1B-A9AF08B6D8D6}" srcOrd="7" destOrd="0" presId="urn:microsoft.com/office/officeart/2008/layout/LinedList"/>
    <dgm:cxn modelId="{B5A5B4CE-80A8-4594-8EB1-9228E9621EA7}" type="presParOf" srcId="{D9676FA4-A72E-4187-9C1B-A9AF08B6D8D6}" destId="{8C4C22C9-8BF6-4DD6-BC9E-02312FF24917}" srcOrd="0" destOrd="0" presId="urn:microsoft.com/office/officeart/2008/layout/LinedList"/>
    <dgm:cxn modelId="{78C03E00-07CE-40F4-9484-3C1B9356DD65}" type="presParOf" srcId="{D9676FA4-A72E-4187-9C1B-A9AF08B6D8D6}" destId="{D8293D24-59F6-45D1-8BDF-DEE207BADE8A}"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C6A913-1140-4FAD-8371-E956A8AEAFB1}" type="doc">
      <dgm:prSet loTypeId="urn:microsoft.com/office/officeart/2018/2/layout/IconVerticalSolidList" loCatId="icon" qsTypeId="urn:microsoft.com/office/officeart/2005/8/quickstyle/3d3" qsCatId="3D" csTypeId="urn:microsoft.com/office/officeart/2018/5/colors/Iconchunking_neutralbg_accent1_2" csCatId="accent1" phldr="1"/>
      <dgm:spPr/>
      <dgm:t>
        <a:bodyPr/>
        <a:lstStyle/>
        <a:p>
          <a:endParaRPr lang="en-US"/>
        </a:p>
      </dgm:t>
    </dgm:pt>
    <dgm:pt modelId="{74D91B16-C9C9-4C25-A566-05AC6885CBC1}">
      <dgm:prSet/>
      <dgm:spPr/>
      <dgm:t>
        <a:bodyPr/>
        <a:lstStyle/>
        <a:p>
          <a:pPr>
            <a:lnSpc>
              <a:spcPct val="100000"/>
            </a:lnSpc>
          </a:pPr>
          <a:r>
            <a:rPr lang="en-US" i="0" dirty="0">
              <a:latin typeface="Cambria" panose="02040503050406030204" pitchFamily="18" charset="0"/>
              <a:ea typeface="Cambria" panose="02040503050406030204" pitchFamily="18" charset="0"/>
            </a:rPr>
            <a:t>We know that the quality of the patient experience is driven by the personal compassion, competence and commitment our team members deliver every day. </a:t>
          </a:r>
        </a:p>
        <a:p>
          <a:pPr>
            <a:lnSpc>
              <a:spcPct val="100000"/>
            </a:lnSpc>
          </a:pPr>
          <a:endParaRPr lang="en-US" i="0" dirty="0">
            <a:latin typeface="Cambria" panose="02040503050406030204" pitchFamily="18" charset="0"/>
            <a:ea typeface="Cambria" panose="02040503050406030204" pitchFamily="18" charset="0"/>
          </a:endParaRPr>
        </a:p>
        <a:p>
          <a:pPr>
            <a:lnSpc>
              <a:spcPct val="100000"/>
            </a:lnSpc>
          </a:pPr>
          <a:r>
            <a:rPr lang="en-US" i="0" u="sng" dirty="0">
              <a:latin typeface="Cambria" panose="02040503050406030204" pitchFamily="18" charset="0"/>
              <a:ea typeface="Cambria" panose="02040503050406030204" pitchFamily="18" charset="0"/>
            </a:rPr>
            <a:t>How can Destiny Springs help you deliver Service Excellence?</a:t>
          </a:r>
        </a:p>
        <a:p>
          <a:endParaRPr lang="en-US" i="0" dirty="0">
            <a:latin typeface="Cambria" panose="02040503050406030204" pitchFamily="18" charset="0"/>
            <a:ea typeface="Cambria" panose="02040503050406030204" pitchFamily="18" charset="0"/>
          </a:endParaRPr>
        </a:p>
      </dgm:t>
    </dgm:pt>
    <dgm:pt modelId="{20E7A6B0-9AE5-46D8-9F96-AA7C5600B878}" type="parTrans" cxnId="{5243A3E1-62A6-4F43-AC04-0595A1FAA432}">
      <dgm:prSet/>
      <dgm:spPr/>
      <dgm:t>
        <a:bodyPr/>
        <a:lstStyle/>
        <a:p>
          <a:endParaRPr lang="en-US"/>
        </a:p>
      </dgm:t>
    </dgm:pt>
    <dgm:pt modelId="{88579F87-AFB5-4C58-B1E9-6B0B5C59773F}" type="sibTrans" cxnId="{5243A3E1-62A6-4F43-AC04-0595A1FAA432}">
      <dgm:prSet/>
      <dgm:spPr/>
      <dgm:t>
        <a:bodyPr/>
        <a:lstStyle/>
        <a:p>
          <a:endParaRPr lang="en-US"/>
        </a:p>
      </dgm:t>
    </dgm:pt>
    <dgm:pt modelId="{0DACC279-0F96-4C99-8362-A9ED74B0BC9B}">
      <dgm:prSet custT="1"/>
      <dgm:spPr/>
      <dgm:t>
        <a:bodyPr/>
        <a:lstStyle/>
        <a:p>
          <a:pPr>
            <a:lnSpc>
              <a:spcPct val="100000"/>
            </a:lnSpc>
            <a:buFont typeface="Wingdings" panose="05000000000000000000" pitchFamily="2" charset="2"/>
            <a:buChar char="v"/>
          </a:pPr>
          <a:r>
            <a:rPr lang="en-US" sz="1800" i="0" dirty="0">
              <a:latin typeface="Cambria" panose="02040503050406030204" pitchFamily="18" charset="0"/>
              <a:ea typeface="Cambria" panose="02040503050406030204" pitchFamily="18" charset="0"/>
            </a:rPr>
            <a:t>Provide training and support</a:t>
          </a:r>
        </a:p>
      </dgm:t>
    </dgm:pt>
    <dgm:pt modelId="{5AB10E78-E5C0-4601-B41C-D7FBF642A0FD}" type="parTrans" cxnId="{EF3BED0E-F950-44E6-8C41-2061E17BA98C}">
      <dgm:prSet/>
      <dgm:spPr/>
      <dgm:t>
        <a:bodyPr/>
        <a:lstStyle/>
        <a:p>
          <a:endParaRPr lang="en-US"/>
        </a:p>
      </dgm:t>
    </dgm:pt>
    <dgm:pt modelId="{4D5011F0-C95D-4385-82A5-BF0ECDCFF3C2}" type="sibTrans" cxnId="{EF3BED0E-F950-44E6-8C41-2061E17BA98C}">
      <dgm:prSet/>
      <dgm:spPr/>
      <dgm:t>
        <a:bodyPr/>
        <a:lstStyle/>
        <a:p>
          <a:endParaRPr lang="en-US"/>
        </a:p>
      </dgm:t>
    </dgm:pt>
    <dgm:pt modelId="{81BFF9AF-57D1-4E09-A751-65AD1ED65A54}">
      <dgm:prSet custT="1"/>
      <dgm:spPr/>
      <dgm:t>
        <a:bodyPr/>
        <a:lstStyle/>
        <a:p>
          <a:pPr>
            <a:lnSpc>
              <a:spcPct val="100000"/>
            </a:lnSpc>
            <a:buFont typeface="Wingdings" panose="05000000000000000000" pitchFamily="2" charset="2"/>
            <a:buChar char="v"/>
          </a:pPr>
          <a:r>
            <a:rPr lang="en-US" sz="1800" i="0" dirty="0">
              <a:latin typeface="Cambria" panose="02040503050406030204" pitchFamily="18" charset="0"/>
              <a:ea typeface="Cambria" panose="02040503050406030204" pitchFamily="18" charset="0"/>
            </a:rPr>
            <a:t>Encourage collaboration</a:t>
          </a:r>
        </a:p>
      </dgm:t>
    </dgm:pt>
    <dgm:pt modelId="{5817602F-1655-4474-9472-141CE99C18EB}" type="parTrans" cxnId="{434DA25D-C191-4442-82DA-4E744D81B916}">
      <dgm:prSet/>
      <dgm:spPr/>
      <dgm:t>
        <a:bodyPr/>
        <a:lstStyle/>
        <a:p>
          <a:endParaRPr lang="en-US"/>
        </a:p>
      </dgm:t>
    </dgm:pt>
    <dgm:pt modelId="{BD415B87-B07A-4D7B-8C6C-4813E4AA64C7}" type="sibTrans" cxnId="{434DA25D-C191-4442-82DA-4E744D81B916}">
      <dgm:prSet/>
      <dgm:spPr/>
      <dgm:t>
        <a:bodyPr/>
        <a:lstStyle/>
        <a:p>
          <a:endParaRPr lang="en-US"/>
        </a:p>
      </dgm:t>
    </dgm:pt>
    <dgm:pt modelId="{F7B48B46-480D-4592-BB9A-44F97B6C5EDC}">
      <dgm:prSet custT="1"/>
      <dgm:spPr/>
      <dgm:t>
        <a:bodyPr/>
        <a:lstStyle/>
        <a:p>
          <a:pPr>
            <a:lnSpc>
              <a:spcPct val="100000"/>
            </a:lnSpc>
            <a:buFont typeface="Wingdings" panose="05000000000000000000" pitchFamily="2" charset="2"/>
            <a:buChar char="v"/>
          </a:pPr>
          <a:r>
            <a:rPr lang="en-US" sz="1800" i="0" dirty="0">
              <a:latin typeface="Cambria" panose="02040503050406030204" pitchFamily="18" charset="0"/>
              <a:ea typeface="Cambria" panose="02040503050406030204" pitchFamily="18" charset="0"/>
            </a:rPr>
            <a:t>Foster a culture of dignity and respect as well as accountability</a:t>
          </a:r>
        </a:p>
      </dgm:t>
    </dgm:pt>
    <dgm:pt modelId="{36D557D9-E7AE-41D2-8A71-AE4FD85DA25B}" type="parTrans" cxnId="{D48FB68A-937E-44F2-9F44-9381B3DB6A1C}">
      <dgm:prSet/>
      <dgm:spPr/>
      <dgm:t>
        <a:bodyPr/>
        <a:lstStyle/>
        <a:p>
          <a:endParaRPr lang="en-US"/>
        </a:p>
      </dgm:t>
    </dgm:pt>
    <dgm:pt modelId="{93CD0CEC-3A89-4C4E-BBA0-19CEC51E990C}" type="sibTrans" cxnId="{D48FB68A-937E-44F2-9F44-9381B3DB6A1C}">
      <dgm:prSet/>
      <dgm:spPr/>
      <dgm:t>
        <a:bodyPr/>
        <a:lstStyle/>
        <a:p>
          <a:endParaRPr lang="en-US"/>
        </a:p>
      </dgm:t>
    </dgm:pt>
    <dgm:pt modelId="{BC28933E-239F-42BF-9DA3-51733A3276DE}" type="pres">
      <dgm:prSet presAssocID="{3DC6A913-1140-4FAD-8371-E956A8AEAFB1}" presName="root" presStyleCnt="0">
        <dgm:presLayoutVars>
          <dgm:dir/>
          <dgm:resizeHandles val="exact"/>
        </dgm:presLayoutVars>
      </dgm:prSet>
      <dgm:spPr/>
    </dgm:pt>
    <dgm:pt modelId="{9D4A1362-9520-4F07-BE33-2F89B83EABD9}" type="pres">
      <dgm:prSet presAssocID="{74D91B16-C9C9-4C25-A566-05AC6885CBC1}" presName="compNode" presStyleCnt="0"/>
      <dgm:spPr/>
    </dgm:pt>
    <dgm:pt modelId="{D6B867D6-E339-445B-85F8-D5C038AE88B9}" type="pres">
      <dgm:prSet presAssocID="{74D91B16-C9C9-4C25-A566-05AC6885CBC1}" presName="bgRect" presStyleLbl="bgShp" presStyleIdx="0" presStyleCnt="1" custLinFactNeighborX="87" custLinFactNeighborY="-39322"/>
      <dgm:spPr/>
    </dgm:pt>
    <dgm:pt modelId="{FB63D856-7E79-4FCE-9F9A-11351A465E09}" type="pres">
      <dgm:prSet presAssocID="{74D91B16-C9C9-4C25-A566-05AC6885CBC1}" presName="iconRect" presStyleLbl="node1" presStyleIdx="0" presStyleCnt="1" custLinFactNeighborX="-6411" custLinFactNeighborY="-8540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tor"/>
        </a:ext>
      </dgm:extLst>
    </dgm:pt>
    <dgm:pt modelId="{AF9229C0-CABD-4A33-A11C-AAE964A3BBB8}" type="pres">
      <dgm:prSet presAssocID="{74D91B16-C9C9-4C25-A566-05AC6885CBC1}" presName="spaceRect" presStyleCnt="0"/>
      <dgm:spPr/>
    </dgm:pt>
    <dgm:pt modelId="{0A840D17-5574-491F-8EE5-D1E2FA332061}" type="pres">
      <dgm:prSet presAssocID="{74D91B16-C9C9-4C25-A566-05AC6885CBC1}" presName="parTx" presStyleLbl="revTx" presStyleIdx="0" presStyleCnt="2" custScaleX="116134" custLinFactNeighborX="7255" custLinFactNeighborY="-30827">
        <dgm:presLayoutVars>
          <dgm:chMax val="0"/>
          <dgm:chPref val="0"/>
        </dgm:presLayoutVars>
      </dgm:prSet>
      <dgm:spPr/>
    </dgm:pt>
    <dgm:pt modelId="{E1F48087-B7AC-489D-8260-AB506B599902}" type="pres">
      <dgm:prSet presAssocID="{74D91B16-C9C9-4C25-A566-05AC6885CBC1}" presName="desTx" presStyleLbl="revTx" presStyleIdx="1" presStyleCnt="2" custScaleX="180313" custLinFactNeighborX="-85610" custLinFactNeighborY="69297">
        <dgm:presLayoutVars/>
      </dgm:prSet>
      <dgm:spPr/>
    </dgm:pt>
  </dgm:ptLst>
  <dgm:cxnLst>
    <dgm:cxn modelId="{EF3BED0E-F950-44E6-8C41-2061E17BA98C}" srcId="{74D91B16-C9C9-4C25-A566-05AC6885CBC1}" destId="{0DACC279-0F96-4C99-8362-A9ED74B0BC9B}" srcOrd="0" destOrd="0" parTransId="{5AB10E78-E5C0-4601-B41C-D7FBF642A0FD}" sibTransId="{4D5011F0-C95D-4385-82A5-BF0ECDCFF3C2}"/>
    <dgm:cxn modelId="{E711CC3A-A2C9-49A4-8D61-D59DE264E8DE}" type="presOf" srcId="{3DC6A913-1140-4FAD-8371-E956A8AEAFB1}" destId="{BC28933E-239F-42BF-9DA3-51733A3276DE}" srcOrd="0" destOrd="0" presId="urn:microsoft.com/office/officeart/2018/2/layout/IconVerticalSolidList"/>
    <dgm:cxn modelId="{6048F93F-B126-4CEA-8819-2E13C92224B4}" type="presOf" srcId="{74D91B16-C9C9-4C25-A566-05AC6885CBC1}" destId="{0A840D17-5574-491F-8EE5-D1E2FA332061}" srcOrd="0" destOrd="0" presId="urn:microsoft.com/office/officeart/2018/2/layout/IconVerticalSolidList"/>
    <dgm:cxn modelId="{434DA25D-C191-4442-82DA-4E744D81B916}" srcId="{74D91B16-C9C9-4C25-A566-05AC6885CBC1}" destId="{81BFF9AF-57D1-4E09-A751-65AD1ED65A54}" srcOrd="1" destOrd="0" parTransId="{5817602F-1655-4474-9472-141CE99C18EB}" sibTransId="{BD415B87-B07A-4D7B-8C6C-4813E4AA64C7}"/>
    <dgm:cxn modelId="{A4DF5442-4F46-4EAD-9D93-5FBCADBE7D6B}" type="presOf" srcId="{81BFF9AF-57D1-4E09-A751-65AD1ED65A54}" destId="{E1F48087-B7AC-489D-8260-AB506B599902}" srcOrd="0" destOrd="1" presId="urn:microsoft.com/office/officeart/2018/2/layout/IconVerticalSolidList"/>
    <dgm:cxn modelId="{D48FB68A-937E-44F2-9F44-9381B3DB6A1C}" srcId="{74D91B16-C9C9-4C25-A566-05AC6885CBC1}" destId="{F7B48B46-480D-4592-BB9A-44F97B6C5EDC}" srcOrd="2" destOrd="0" parTransId="{36D557D9-E7AE-41D2-8A71-AE4FD85DA25B}" sibTransId="{93CD0CEC-3A89-4C4E-BBA0-19CEC51E990C}"/>
    <dgm:cxn modelId="{B099D9A7-B2E1-4CD4-AECD-E8A0793B5A09}" type="presOf" srcId="{F7B48B46-480D-4592-BB9A-44F97B6C5EDC}" destId="{E1F48087-B7AC-489D-8260-AB506B599902}" srcOrd="0" destOrd="2" presId="urn:microsoft.com/office/officeart/2018/2/layout/IconVerticalSolidList"/>
    <dgm:cxn modelId="{5243A3E1-62A6-4F43-AC04-0595A1FAA432}" srcId="{3DC6A913-1140-4FAD-8371-E956A8AEAFB1}" destId="{74D91B16-C9C9-4C25-A566-05AC6885CBC1}" srcOrd="0" destOrd="0" parTransId="{20E7A6B0-9AE5-46D8-9F96-AA7C5600B878}" sibTransId="{88579F87-AFB5-4C58-B1E9-6B0B5C59773F}"/>
    <dgm:cxn modelId="{DE86BDF5-E944-4EC2-8E08-F2C2534AD857}" type="presOf" srcId="{0DACC279-0F96-4C99-8362-A9ED74B0BC9B}" destId="{E1F48087-B7AC-489D-8260-AB506B599902}" srcOrd="0" destOrd="0" presId="urn:microsoft.com/office/officeart/2018/2/layout/IconVerticalSolidList"/>
    <dgm:cxn modelId="{C88CBDBE-E090-40C2-86B9-925AA866E7EC}" type="presParOf" srcId="{BC28933E-239F-42BF-9DA3-51733A3276DE}" destId="{9D4A1362-9520-4F07-BE33-2F89B83EABD9}" srcOrd="0" destOrd="0" presId="urn:microsoft.com/office/officeart/2018/2/layout/IconVerticalSolidList"/>
    <dgm:cxn modelId="{2108FDDE-9F3F-4FEA-AE4F-A7D84133BBC8}" type="presParOf" srcId="{9D4A1362-9520-4F07-BE33-2F89B83EABD9}" destId="{D6B867D6-E339-445B-85F8-D5C038AE88B9}" srcOrd="0" destOrd="0" presId="urn:microsoft.com/office/officeart/2018/2/layout/IconVerticalSolidList"/>
    <dgm:cxn modelId="{2AFA8CDB-88C6-4BB8-A7EE-4DFA6CD5E542}" type="presParOf" srcId="{9D4A1362-9520-4F07-BE33-2F89B83EABD9}" destId="{FB63D856-7E79-4FCE-9F9A-11351A465E09}" srcOrd="1" destOrd="0" presId="urn:microsoft.com/office/officeart/2018/2/layout/IconVerticalSolidList"/>
    <dgm:cxn modelId="{E80CF063-E9BB-4FBF-B0AF-E2FF8865C658}" type="presParOf" srcId="{9D4A1362-9520-4F07-BE33-2F89B83EABD9}" destId="{AF9229C0-CABD-4A33-A11C-AAE964A3BBB8}" srcOrd="2" destOrd="0" presId="urn:microsoft.com/office/officeart/2018/2/layout/IconVerticalSolidList"/>
    <dgm:cxn modelId="{D139890E-EB11-4DBF-84AF-A54AA2848B5D}" type="presParOf" srcId="{9D4A1362-9520-4F07-BE33-2F89B83EABD9}" destId="{0A840D17-5574-491F-8EE5-D1E2FA332061}" srcOrd="3" destOrd="0" presId="urn:microsoft.com/office/officeart/2018/2/layout/IconVerticalSolidList"/>
    <dgm:cxn modelId="{D2137863-F3CE-41CC-AF15-215F36D3AC1D}" type="presParOf" srcId="{9D4A1362-9520-4F07-BE33-2F89B83EABD9}" destId="{E1F48087-B7AC-489D-8260-AB506B599902}"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3D726BC-D9E4-47FF-B7F3-592B0446C0C5}" type="doc">
      <dgm:prSet loTypeId="urn:microsoft.com/office/officeart/2008/layout/LinedList" loCatId="list" qsTypeId="urn:microsoft.com/office/officeart/2005/8/quickstyle/simple4" qsCatId="simple" csTypeId="urn:microsoft.com/office/officeart/2005/8/colors/colorful2" csCatId="colorful"/>
      <dgm:spPr/>
      <dgm:t>
        <a:bodyPr/>
        <a:lstStyle/>
        <a:p>
          <a:endParaRPr lang="en-US"/>
        </a:p>
      </dgm:t>
    </dgm:pt>
    <dgm:pt modelId="{B9F78AC7-5FE3-4259-8BA5-34EB29248DDA}">
      <dgm:prSet/>
      <dgm:spPr/>
      <dgm:t>
        <a:bodyPr/>
        <a:lstStyle/>
        <a:p>
          <a:r>
            <a:rPr lang="en-US">
              <a:latin typeface="Cambria" panose="02040503050406030204" pitchFamily="18" charset="0"/>
              <a:ea typeface="Cambria" panose="02040503050406030204" pitchFamily="18" charset="0"/>
            </a:rPr>
            <a:t>Apologize</a:t>
          </a:r>
        </a:p>
      </dgm:t>
    </dgm:pt>
    <dgm:pt modelId="{F1AC483E-4894-4CC8-96CF-7E045277F626}" type="parTrans" cxnId="{0CF8DE62-8CF2-4693-B114-B4B02AC7DB7E}">
      <dgm:prSet/>
      <dgm:spPr/>
      <dgm:t>
        <a:bodyPr/>
        <a:lstStyle/>
        <a:p>
          <a:endParaRPr lang="en-US"/>
        </a:p>
      </dgm:t>
    </dgm:pt>
    <dgm:pt modelId="{FE8DEB9D-EA1F-4F94-A373-D9FC37D10DE4}" type="sibTrans" cxnId="{0CF8DE62-8CF2-4693-B114-B4B02AC7DB7E}">
      <dgm:prSet/>
      <dgm:spPr/>
      <dgm:t>
        <a:bodyPr/>
        <a:lstStyle/>
        <a:p>
          <a:endParaRPr lang="en-US"/>
        </a:p>
      </dgm:t>
    </dgm:pt>
    <dgm:pt modelId="{45E11B6A-AA75-43E1-B271-8B476F251A84}">
      <dgm:prSet/>
      <dgm:spPr/>
      <dgm:t>
        <a:bodyPr/>
        <a:lstStyle/>
        <a:p>
          <a:r>
            <a:rPr lang="en-US">
              <a:latin typeface="Cambria" panose="02040503050406030204" pitchFamily="18" charset="0"/>
              <a:ea typeface="Cambria" panose="02040503050406030204" pitchFamily="18" charset="0"/>
            </a:rPr>
            <a:t>Listen actively</a:t>
          </a:r>
        </a:p>
      </dgm:t>
    </dgm:pt>
    <dgm:pt modelId="{46810A8D-9DD1-4888-BF3B-B5B5ED0A6740}" type="parTrans" cxnId="{D926652F-A716-467B-BBBA-C845FE3EDD47}">
      <dgm:prSet/>
      <dgm:spPr/>
      <dgm:t>
        <a:bodyPr/>
        <a:lstStyle/>
        <a:p>
          <a:endParaRPr lang="en-US"/>
        </a:p>
      </dgm:t>
    </dgm:pt>
    <dgm:pt modelId="{7A5050B0-E106-45A6-B463-91EA13A05924}" type="sibTrans" cxnId="{D926652F-A716-467B-BBBA-C845FE3EDD47}">
      <dgm:prSet/>
      <dgm:spPr/>
      <dgm:t>
        <a:bodyPr/>
        <a:lstStyle/>
        <a:p>
          <a:endParaRPr lang="en-US"/>
        </a:p>
      </dgm:t>
    </dgm:pt>
    <dgm:pt modelId="{ADB07F68-763B-4034-99CF-5D043175F3B2}">
      <dgm:prSet/>
      <dgm:spPr/>
      <dgm:t>
        <a:bodyPr/>
        <a:lstStyle/>
        <a:p>
          <a:r>
            <a:rPr lang="en-US">
              <a:latin typeface="Cambria" panose="02040503050406030204" pitchFamily="18" charset="0"/>
              <a:ea typeface="Cambria" panose="02040503050406030204" pitchFamily="18" charset="0"/>
            </a:rPr>
            <a:t>Communicate positively</a:t>
          </a:r>
        </a:p>
      </dgm:t>
    </dgm:pt>
    <dgm:pt modelId="{9476906D-AF0B-4864-9C81-A2BE69AF7B10}" type="parTrans" cxnId="{1FF83690-F016-425D-A4E0-46544A5E7E73}">
      <dgm:prSet/>
      <dgm:spPr/>
      <dgm:t>
        <a:bodyPr/>
        <a:lstStyle/>
        <a:p>
          <a:endParaRPr lang="en-US"/>
        </a:p>
      </dgm:t>
    </dgm:pt>
    <dgm:pt modelId="{5B54F83A-4EFE-4CB9-8EF6-C89835E371F9}" type="sibTrans" cxnId="{1FF83690-F016-425D-A4E0-46544A5E7E73}">
      <dgm:prSet/>
      <dgm:spPr/>
      <dgm:t>
        <a:bodyPr/>
        <a:lstStyle/>
        <a:p>
          <a:endParaRPr lang="en-US"/>
        </a:p>
      </dgm:t>
    </dgm:pt>
    <dgm:pt modelId="{C9A77337-3B67-4780-A9F1-C85E32EBAD87}">
      <dgm:prSet/>
      <dgm:spPr/>
      <dgm:t>
        <a:bodyPr/>
        <a:lstStyle/>
        <a:p>
          <a:r>
            <a:rPr lang="en-US">
              <a:latin typeface="Cambria" panose="02040503050406030204" pitchFamily="18" charset="0"/>
              <a:ea typeface="Cambria" panose="02040503050406030204" pitchFamily="18" charset="0"/>
            </a:rPr>
            <a:t>Focus on the customer</a:t>
          </a:r>
        </a:p>
      </dgm:t>
    </dgm:pt>
    <dgm:pt modelId="{4C82EDA6-2867-403A-847E-727BD67205D0}" type="parTrans" cxnId="{20F0076F-B23C-4261-A010-BBA362D4F9A8}">
      <dgm:prSet/>
      <dgm:spPr/>
      <dgm:t>
        <a:bodyPr/>
        <a:lstStyle/>
        <a:p>
          <a:endParaRPr lang="en-US"/>
        </a:p>
      </dgm:t>
    </dgm:pt>
    <dgm:pt modelId="{31FEDB12-0FE1-4ECC-84F4-CB0B100C91E1}" type="sibTrans" cxnId="{20F0076F-B23C-4261-A010-BBA362D4F9A8}">
      <dgm:prSet/>
      <dgm:spPr/>
      <dgm:t>
        <a:bodyPr/>
        <a:lstStyle/>
        <a:p>
          <a:endParaRPr lang="en-US"/>
        </a:p>
      </dgm:t>
    </dgm:pt>
    <dgm:pt modelId="{5EF07A2D-33E3-4A4F-8840-F3D7AFB5FA60}">
      <dgm:prSet/>
      <dgm:spPr/>
      <dgm:t>
        <a:bodyPr/>
        <a:lstStyle/>
        <a:p>
          <a:r>
            <a:rPr lang="en-US">
              <a:latin typeface="Cambria" panose="02040503050406030204" pitchFamily="18" charset="0"/>
              <a:ea typeface="Cambria" panose="02040503050406030204" pitchFamily="18" charset="0"/>
            </a:rPr>
            <a:t>Show urgency</a:t>
          </a:r>
        </a:p>
      </dgm:t>
    </dgm:pt>
    <dgm:pt modelId="{622C4287-03D6-4930-9E51-5D3CA8968AEE}" type="parTrans" cxnId="{3D4CA627-27F0-4DB7-A125-E337A99E11E4}">
      <dgm:prSet/>
      <dgm:spPr/>
      <dgm:t>
        <a:bodyPr/>
        <a:lstStyle/>
        <a:p>
          <a:endParaRPr lang="en-US"/>
        </a:p>
      </dgm:t>
    </dgm:pt>
    <dgm:pt modelId="{52F15254-1711-4BEB-82F6-A39749F9B86C}" type="sibTrans" cxnId="{3D4CA627-27F0-4DB7-A125-E337A99E11E4}">
      <dgm:prSet/>
      <dgm:spPr/>
      <dgm:t>
        <a:bodyPr/>
        <a:lstStyle/>
        <a:p>
          <a:endParaRPr lang="en-US"/>
        </a:p>
      </dgm:t>
    </dgm:pt>
    <dgm:pt modelId="{A4FC9DE3-AD98-4FA1-9309-6F66697F5089}">
      <dgm:prSet/>
      <dgm:spPr/>
      <dgm:t>
        <a:bodyPr/>
        <a:lstStyle/>
        <a:p>
          <a:r>
            <a:rPr lang="en-US">
              <a:latin typeface="Cambria" panose="02040503050406030204" pitchFamily="18" charset="0"/>
              <a:ea typeface="Cambria" panose="02040503050406030204" pitchFamily="18" charset="0"/>
            </a:rPr>
            <a:t>Ask questions</a:t>
          </a:r>
        </a:p>
      </dgm:t>
    </dgm:pt>
    <dgm:pt modelId="{32740431-6717-45C5-946F-4BF5456A0799}" type="parTrans" cxnId="{80A7E91A-9094-45D6-BF44-2170490589DF}">
      <dgm:prSet/>
      <dgm:spPr/>
      <dgm:t>
        <a:bodyPr/>
        <a:lstStyle/>
        <a:p>
          <a:endParaRPr lang="en-US"/>
        </a:p>
      </dgm:t>
    </dgm:pt>
    <dgm:pt modelId="{443961A0-EA56-4DF2-9F54-57A8E3C0F6A6}" type="sibTrans" cxnId="{80A7E91A-9094-45D6-BF44-2170490589DF}">
      <dgm:prSet/>
      <dgm:spPr/>
      <dgm:t>
        <a:bodyPr/>
        <a:lstStyle/>
        <a:p>
          <a:endParaRPr lang="en-US"/>
        </a:p>
      </dgm:t>
    </dgm:pt>
    <dgm:pt modelId="{E51EA826-D137-4D21-8D5C-B56DAA68B08B}">
      <dgm:prSet/>
      <dgm:spPr/>
      <dgm:t>
        <a:bodyPr/>
        <a:lstStyle/>
        <a:p>
          <a:r>
            <a:rPr lang="en-US">
              <a:latin typeface="Cambria" panose="02040503050406030204" pitchFamily="18" charset="0"/>
              <a:ea typeface="Cambria" panose="02040503050406030204" pitchFamily="18" charset="0"/>
            </a:rPr>
            <a:t>Show empathy</a:t>
          </a:r>
        </a:p>
      </dgm:t>
    </dgm:pt>
    <dgm:pt modelId="{B55E2414-B99D-4AAF-B191-4920BA2423F9}" type="parTrans" cxnId="{D9AF8BC8-F2FE-4BF5-9D33-80CF353CD3B3}">
      <dgm:prSet/>
      <dgm:spPr/>
      <dgm:t>
        <a:bodyPr/>
        <a:lstStyle/>
        <a:p>
          <a:endParaRPr lang="en-US"/>
        </a:p>
      </dgm:t>
    </dgm:pt>
    <dgm:pt modelId="{A22B86F0-5502-4304-82C6-0820A0462A19}" type="sibTrans" cxnId="{D9AF8BC8-F2FE-4BF5-9D33-80CF353CD3B3}">
      <dgm:prSet/>
      <dgm:spPr/>
      <dgm:t>
        <a:bodyPr/>
        <a:lstStyle/>
        <a:p>
          <a:endParaRPr lang="en-US"/>
        </a:p>
      </dgm:t>
    </dgm:pt>
    <dgm:pt modelId="{322F5DA8-D454-45D7-885F-24B78BBFB0A3}">
      <dgm:prSet/>
      <dgm:spPr/>
      <dgm:t>
        <a:bodyPr/>
        <a:lstStyle/>
        <a:p>
          <a:r>
            <a:rPr lang="en-US">
              <a:latin typeface="Cambria" panose="02040503050406030204" pitchFamily="18" charset="0"/>
              <a:ea typeface="Cambria" panose="02040503050406030204" pitchFamily="18" charset="0"/>
            </a:rPr>
            <a:t>Allow customer to vent</a:t>
          </a:r>
        </a:p>
      </dgm:t>
    </dgm:pt>
    <dgm:pt modelId="{1874DF3C-7FEC-441F-ADAD-EED93B1C4253}" type="parTrans" cxnId="{6B5353AB-DA1A-4C4F-80B4-50156F8B4474}">
      <dgm:prSet/>
      <dgm:spPr/>
      <dgm:t>
        <a:bodyPr/>
        <a:lstStyle/>
        <a:p>
          <a:endParaRPr lang="en-US"/>
        </a:p>
      </dgm:t>
    </dgm:pt>
    <dgm:pt modelId="{743BA54F-C696-461D-980F-56C6EBA11A08}" type="sibTrans" cxnId="{6B5353AB-DA1A-4C4F-80B4-50156F8B4474}">
      <dgm:prSet/>
      <dgm:spPr/>
      <dgm:t>
        <a:bodyPr/>
        <a:lstStyle/>
        <a:p>
          <a:endParaRPr lang="en-US"/>
        </a:p>
      </dgm:t>
    </dgm:pt>
    <dgm:pt modelId="{40CA02BC-E4A0-49D0-AF46-D8DB5A081469}">
      <dgm:prSet/>
      <dgm:spPr/>
      <dgm:t>
        <a:bodyPr/>
        <a:lstStyle/>
        <a:p>
          <a:r>
            <a:rPr lang="en-US">
              <a:latin typeface="Cambria" panose="02040503050406030204" pitchFamily="18" charset="0"/>
              <a:ea typeface="Cambria" panose="02040503050406030204" pitchFamily="18" charset="0"/>
            </a:rPr>
            <a:t>Remain calm and professional</a:t>
          </a:r>
        </a:p>
      </dgm:t>
    </dgm:pt>
    <dgm:pt modelId="{FE67D4CC-2C23-46A5-AE53-F9674BED27C0}" type="parTrans" cxnId="{E7487CFD-D4C1-4313-B1CB-2F355FE5A4A0}">
      <dgm:prSet/>
      <dgm:spPr/>
      <dgm:t>
        <a:bodyPr/>
        <a:lstStyle/>
        <a:p>
          <a:endParaRPr lang="en-US"/>
        </a:p>
      </dgm:t>
    </dgm:pt>
    <dgm:pt modelId="{2052A198-3E2F-42E3-979E-5A7983F4E17E}" type="sibTrans" cxnId="{E7487CFD-D4C1-4313-B1CB-2F355FE5A4A0}">
      <dgm:prSet/>
      <dgm:spPr/>
      <dgm:t>
        <a:bodyPr/>
        <a:lstStyle/>
        <a:p>
          <a:endParaRPr lang="en-US"/>
        </a:p>
      </dgm:t>
    </dgm:pt>
    <dgm:pt modelId="{28BF94C5-52D3-404F-B3CD-1143243BE976}">
      <dgm:prSet/>
      <dgm:spPr/>
      <dgm:t>
        <a:bodyPr/>
        <a:lstStyle/>
        <a:p>
          <a:r>
            <a:rPr lang="en-US">
              <a:latin typeface="Cambria" panose="02040503050406030204" pitchFamily="18" charset="0"/>
              <a:ea typeface="Cambria" panose="02040503050406030204" pitchFamily="18" charset="0"/>
            </a:rPr>
            <a:t>Show appreciation</a:t>
          </a:r>
        </a:p>
      </dgm:t>
    </dgm:pt>
    <dgm:pt modelId="{895083D6-E2E9-4EF6-9B5A-ED9ADEB24907}" type="parTrans" cxnId="{7EBC9151-364D-49B2-8364-96BA2F961FB1}">
      <dgm:prSet/>
      <dgm:spPr/>
      <dgm:t>
        <a:bodyPr/>
        <a:lstStyle/>
        <a:p>
          <a:endParaRPr lang="en-US"/>
        </a:p>
      </dgm:t>
    </dgm:pt>
    <dgm:pt modelId="{1E47313A-E0CB-4391-A6FF-A4439CCE5FCF}" type="sibTrans" cxnId="{7EBC9151-364D-49B2-8364-96BA2F961FB1}">
      <dgm:prSet/>
      <dgm:spPr/>
      <dgm:t>
        <a:bodyPr/>
        <a:lstStyle/>
        <a:p>
          <a:endParaRPr lang="en-US"/>
        </a:p>
      </dgm:t>
    </dgm:pt>
    <dgm:pt modelId="{2D11B7CA-3B4F-4729-AEB0-734FFC007339}">
      <dgm:prSet/>
      <dgm:spPr/>
      <dgm:t>
        <a:bodyPr/>
        <a:lstStyle/>
        <a:p>
          <a:r>
            <a:rPr lang="en-US">
              <a:latin typeface="Cambria" panose="02040503050406030204" pitchFamily="18" charset="0"/>
              <a:ea typeface="Cambria" panose="02040503050406030204" pitchFamily="18" charset="0"/>
            </a:rPr>
            <a:t>Agree on solution</a:t>
          </a:r>
        </a:p>
      </dgm:t>
    </dgm:pt>
    <dgm:pt modelId="{11402D81-01B8-452F-BECE-CF69B42DA3EF}" type="parTrans" cxnId="{246CCA9C-330B-4D42-8B91-52EB9C31E2BC}">
      <dgm:prSet/>
      <dgm:spPr/>
      <dgm:t>
        <a:bodyPr/>
        <a:lstStyle/>
        <a:p>
          <a:endParaRPr lang="en-US"/>
        </a:p>
      </dgm:t>
    </dgm:pt>
    <dgm:pt modelId="{FF99727F-3EB0-4E3C-B9A1-4B2F3F007398}" type="sibTrans" cxnId="{246CCA9C-330B-4D42-8B91-52EB9C31E2BC}">
      <dgm:prSet/>
      <dgm:spPr/>
      <dgm:t>
        <a:bodyPr/>
        <a:lstStyle/>
        <a:p>
          <a:endParaRPr lang="en-US"/>
        </a:p>
      </dgm:t>
    </dgm:pt>
    <dgm:pt modelId="{96AAD76D-EAED-44BD-BCD4-C2232295A685}">
      <dgm:prSet/>
      <dgm:spPr/>
      <dgm:t>
        <a:bodyPr/>
        <a:lstStyle/>
        <a:p>
          <a:r>
            <a:rPr lang="en-US">
              <a:latin typeface="Cambria" panose="02040503050406030204" pitchFamily="18" charset="0"/>
              <a:ea typeface="Cambria" panose="02040503050406030204" pitchFamily="18" charset="0"/>
            </a:rPr>
            <a:t>Follow up</a:t>
          </a:r>
        </a:p>
      </dgm:t>
    </dgm:pt>
    <dgm:pt modelId="{566D449A-21D5-445F-B6C4-835DFDE34C03}" type="parTrans" cxnId="{3B90171B-526B-4D81-8BD7-8380637D9724}">
      <dgm:prSet/>
      <dgm:spPr/>
      <dgm:t>
        <a:bodyPr/>
        <a:lstStyle/>
        <a:p>
          <a:endParaRPr lang="en-US"/>
        </a:p>
      </dgm:t>
    </dgm:pt>
    <dgm:pt modelId="{F53F669D-D37E-4CAB-8FFF-931B25664382}" type="sibTrans" cxnId="{3B90171B-526B-4D81-8BD7-8380637D9724}">
      <dgm:prSet/>
      <dgm:spPr/>
      <dgm:t>
        <a:bodyPr/>
        <a:lstStyle/>
        <a:p>
          <a:endParaRPr lang="en-US"/>
        </a:p>
      </dgm:t>
    </dgm:pt>
    <dgm:pt modelId="{6CC2313F-3F66-4C3B-BF68-CCD3A94D39AD}" type="pres">
      <dgm:prSet presAssocID="{83D726BC-D9E4-47FF-B7F3-592B0446C0C5}" presName="vert0" presStyleCnt="0">
        <dgm:presLayoutVars>
          <dgm:dir/>
          <dgm:animOne val="branch"/>
          <dgm:animLvl val="lvl"/>
        </dgm:presLayoutVars>
      </dgm:prSet>
      <dgm:spPr/>
    </dgm:pt>
    <dgm:pt modelId="{0C7FC979-8523-4483-8072-671CDA954E79}" type="pres">
      <dgm:prSet presAssocID="{B9F78AC7-5FE3-4259-8BA5-34EB29248DDA}" presName="thickLine" presStyleLbl="alignNode1" presStyleIdx="0" presStyleCnt="12"/>
      <dgm:spPr/>
    </dgm:pt>
    <dgm:pt modelId="{C7C3AA00-37E5-41C4-9C1A-3982628089C9}" type="pres">
      <dgm:prSet presAssocID="{B9F78AC7-5FE3-4259-8BA5-34EB29248DDA}" presName="horz1" presStyleCnt="0"/>
      <dgm:spPr/>
    </dgm:pt>
    <dgm:pt modelId="{BF348117-2BB1-4837-B6EB-C06CADA3A71A}" type="pres">
      <dgm:prSet presAssocID="{B9F78AC7-5FE3-4259-8BA5-34EB29248DDA}" presName="tx1" presStyleLbl="revTx" presStyleIdx="0" presStyleCnt="12"/>
      <dgm:spPr/>
    </dgm:pt>
    <dgm:pt modelId="{D8856206-79DB-4A14-A256-972C1A4FD25C}" type="pres">
      <dgm:prSet presAssocID="{B9F78AC7-5FE3-4259-8BA5-34EB29248DDA}" presName="vert1" presStyleCnt="0"/>
      <dgm:spPr/>
    </dgm:pt>
    <dgm:pt modelId="{A337C34D-F2DA-4FF9-9789-671B26405B6B}" type="pres">
      <dgm:prSet presAssocID="{45E11B6A-AA75-43E1-B271-8B476F251A84}" presName="thickLine" presStyleLbl="alignNode1" presStyleIdx="1" presStyleCnt="12"/>
      <dgm:spPr/>
    </dgm:pt>
    <dgm:pt modelId="{27A4387A-44AD-4D95-9ECA-92E2E01729A2}" type="pres">
      <dgm:prSet presAssocID="{45E11B6A-AA75-43E1-B271-8B476F251A84}" presName="horz1" presStyleCnt="0"/>
      <dgm:spPr/>
    </dgm:pt>
    <dgm:pt modelId="{E759D37C-D375-4D3D-A34C-C4CBCD886103}" type="pres">
      <dgm:prSet presAssocID="{45E11B6A-AA75-43E1-B271-8B476F251A84}" presName="tx1" presStyleLbl="revTx" presStyleIdx="1" presStyleCnt="12"/>
      <dgm:spPr/>
    </dgm:pt>
    <dgm:pt modelId="{93B791CC-27E3-4597-A4D1-72002E5CFFC1}" type="pres">
      <dgm:prSet presAssocID="{45E11B6A-AA75-43E1-B271-8B476F251A84}" presName="vert1" presStyleCnt="0"/>
      <dgm:spPr/>
    </dgm:pt>
    <dgm:pt modelId="{39A18BAB-F0AA-4608-AA06-F7D77A04928A}" type="pres">
      <dgm:prSet presAssocID="{ADB07F68-763B-4034-99CF-5D043175F3B2}" presName="thickLine" presStyleLbl="alignNode1" presStyleIdx="2" presStyleCnt="12"/>
      <dgm:spPr/>
    </dgm:pt>
    <dgm:pt modelId="{27CCB78F-EBD7-40BF-B8BB-1C3E3ADA4D4D}" type="pres">
      <dgm:prSet presAssocID="{ADB07F68-763B-4034-99CF-5D043175F3B2}" presName="horz1" presStyleCnt="0"/>
      <dgm:spPr/>
    </dgm:pt>
    <dgm:pt modelId="{DCE23C48-6378-429C-827F-EF2122911E12}" type="pres">
      <dgm:prSet presAssocID="{ADB07F68-763B-4034-99CF-5D043175F3B2}" presName="tx1" presStyleLbl="revTx" presStyleIdx="2" presStyleCnt="12"/>
      <dgm:spPr/>
    </dgm:pt>
    <dgm:pt modelId="{B5DBF3CA-83DF-4C81-9CFF-0E302BABA5CB}" type="pres">
      <dgm:prSet presAssocID="{ADB07F68-763B-4034-99CF-5D043175F3B2}" presName="vert1" presStyleCnt="0"/>
      <dgm:spPr/>
    </dgm:pt>
    <dgm:pt modelId="{E14F6805-2457-4095-9EAA-EEB2331C264B}" type="pres">
      <dgm:prSet presAssocID="{C9A77337-3B67-4780-A9F1-C85E32EBAD87}" presName="thickLine" presStyleLbl="alignNode1" presStyleIdx="3" presStyleCnt="12"/>
      <dgm:spPr/>
    </dgm:pt>
    <dgm:pt modelId="{3F7578B5-3278-4029-B3B0-58F4A4F34214}" type="pres">
      <dgm:prSet presAssocID="{C9A77337-3B67-4780-A9F1-C85E32EBAD87}" presName="horz1" presStyleCnt="0"/>
      <dgm:spPr/>
    </dgm:pt>
    <dgm:pt modelId="{136D1C9E-9BA9-4E50-827D-55A2A4E10416}" type="pres">
      <dgm:prSet presAssocID="{C9A77337-3B67-4780-A9F1-C85E32EBAD87}" presName="tx1" presStyleLbl="revTx" presStyleIdx="3" presStyleCnt="12"/>
      <dgm:spPr/>
    </dgm:pt>
    <dgm:pt modelId="{F210A1EB-0796-4E72-A0C8-56CD5FE58462}" type="pres">
      <dgm:prSet presAssocID="{C9A77337-3B67-4780-A9F1-C85E32EBAD87}" presName="vert1" presStyleCnt="0"/>
      <dgm:spPr/>
    </dgm:pt>
    <dgm:pt modelId="{18D50D2D-C028-43CE-9D12-701BDC95241B}" type="pres">
      <dgm:prSet presAssocID="{5EF07A2D-33E3-4A4F-8840-F3D7AFB5FA60}" presName="thickLine" presStyleLbl="alignNode1" presStyleIdx="4" presStyleCnt="12"/>
      <dgm:spPr/>
    </dgm:pt>
    <dgm:pt modelId="{DBE1AB52-100A-48B9-8CB8-BF6498C7DADE}" type="pres">
      <dgm:prSet presAssocID="{5EF07A2D-33E3-4A4F-8840-F3D7AFB5FA60}" presName="horz1" presStyleCnt="0"/>
      <dgm:spPr/>
    </dgm:pt>
    <dgm:pt modelId="{C58A9BA3-612F-4790-8B04-155BD6E3BF21}" type="pres">
      <dgm:prSet presAssocID="{5EF07A2D-33E3-4A4F-8840-F3D7AFB5FA60}" presName="tx1" presStyleLbl="revTx" presStyleIdx="4" presStyleCnt="12"/>
      <dgm:spPr/>
    </dgm:pt>
    <dgm:pt modelId="{C6731281-BADB-4359-97AF-8019D0729989}" type="pres">
      <dgm:prSet presAssocID="{5EF07A2D-33E3-4A4F-8840-F3D7AFB5FA60}" presName="vert1" presStyleCnt="0"/>
      <dgm:spPr/>
    </dgm:pt>
    <dgm:pt modelId="{2F027CAF-9C7B-4574-9209-0795EA5AA727}" type="pres">
      <dgm:prSet presAssocID="{A4FC9DE3-AD98-4FA1-9309-6F66697F5089}" presName="thickLine" presStyleLbl="alignNode1" presStyleIdx="5" presStyleCnt="12"/>
      <dgm:spPr/>
    </dgm:pt>
    <dgm:pt modelId="{2ACCF686-B791-49AF-82C3-FD0DAD26F7E1}" type="pres">
      <dgm:prSet presAssocID="{A4FC9DE3-AD98-4FA1-9309-6F66697F5089}" presName="horz1" presStyleCnt="0"/>
      <dgm:spPr/>
    </dgm:pt>
    <dgm:pt modelId="{4FE235C5-99A5-42AE-AC7A-AD7D91411A9A}" type="pres">
      <dgm:prSet presAssocID="{A4FC9DE3-AD98-4FA1-9309-6F66697F5089}" presName="tx1" presStyleLbl="revTx" presStyleIdx="5" presStyleCnt="12"/>
      <dgm:spPr/>
    </dgm:pt>
    <dgm:pt modelId="{A4F82FAC-446B-40B3-BE6B-0F9023437849}" type="pres">
      <dgm:prSet presAssocID="{A4FC9DE3-AD98-4FA1-9309-6F66697F5089}" presName="vert1" presStyleCnt="0"/>
      <dgm:spPr/>
    </dgm:pt>
    <dgm:pt modelId="{BD243453-33DA-47E4-A371-FEBBD01EF086}" type="pres">
      <dgm:prSet presAssocID="{E51EA826-D137-4D21-8D5C-B56DAA68B08B}" presName="thickLine" presStyleLbl="alignNode1" presStyleIdx="6" presStyleCnt="12"/>
      <dgm:spPr/>
    </dgm:pt>
    <dgm:pt modelId="{E75C69EF-9492-405D-BCF8-AAFD4ACB0CBF}" type="pres">
      <dgm:prSet presAssocID="{E51EA826-D137-4D21-8D5C-B56DAA68B08B}" presName="horz1" presStyleCnt="0"/>
      <dgm:spPr/>
    </dgm:pt>
    <dgm:pt modelId="{4B0106D7-2169-4446-909D-AAAE07A0E034}" type="pres">
      <dgm:prSet presAssocID="{E51EA826-D137-4D21-8D5C-B56DAA68B08B}" presName="tx1" presStyleLbl="revTx" presStyleIdx="6" presStyleCnt="12"/>
      <dgm:spPr/>
    </dgm:pt>
    <dgm:pt modelId="{189BE6A0-DA35-4D3E-9B2B-F1EE4D7744E5}" type="pres">
      <dgm:prSet presAssocID="{E51EA826-D137-4D21-8D5C-B56DAA68B08B}" presName="vert1" presStyleCnt="0"/>
      <dgm:spPr/>
    </dgm:pt>
    <dgm:pt modelId="{F612A5F1-F482-4E5F-ACFD-B95E1340D920}" type="pres">
      <dgm:prSet presAssocID="{322F5DA8-D454-45D7-885F-24B78BBFB0A3}" presName="thickLine" presStyleLbl="alignNode1" presStyleIdx="7" presStyleCnt="12"/>
      <dgm:spPr/>
    </dgm:pt>
    <dgm:pt modelId="{0C8D8D8C-8378-4C1F-9149-17491DBB0B5A}" type="pres">
      <dgm:prSet presAssocID="{322F5DA8-D454-45D7-885F-24B78BBFB0A3}" presName="horz1" presStyleCnt="0"/>
      <dgm:spPr/>
    </dgm:pt>
    <dgm:pt modelId="{B8CC08D0-CB5E-45EB-9C8A-B35B7610649A}" type="pres">
      <dgm:prSet presAssocID="{322F5DA8-D454-45D7-885F-24B78BBFB0A3}" presName="tx1" presStyleLbl="revTx" presStyleIdx="7" presStyleCnt="12"/>
      <dgm:spPr/>
    </dgm:pt>
    <dgm:pt modelId="{5F4DF2C4-437F-4CD7-A3CB-4F06CD69516D}" type="pres">
      <dgm:prSet presAssocID="{322F5DA8-D454-45D7-885F-24B78BBFB0A3}" presName="vert1" presStyleCnt="0"/>
      <dgm:spPr/>
    </dgm:pt>
    <dgm:pt modelId="{02CE213D-DABC-4D63-8A07-63DE696EC60A}" type="pres">
      <dgm:prSet presAssocID="{40CA02BC-E4A0-49D0-AF46-D8DB5A081469}" presName="thickLine" presStyleLbl="alignNode1" presStyleIdx="8" presStyleCnt="12"/>
      <dgm:spPr/>
    </dgm:pt>
    <dgm:pt modelId="{B53C123E-12B7-4A70-986B-53BBDF87578A}" type="pres">
      <dgm:prSet presAssocID="{40CA02BC-E4A0-49D0-AF46-D8DB5A081469}" presName="horz1" presStyleCnt="0"/>
      <dgm:spPr/>
    </dgm:pt>
    <dgm:pt modelId="{D9DA5FAB-03B7-470E-9F1E-4E7CDCE78204}" type="pres">
      <dgm:prSet presAssocID="{40CA02BC-E4A0-49D0-AF46-D8DB5A081469}" presName="tx1" presStyleLbl="revTx" presStyleIdx="8" presStyleCnt="12"/>
      <dgm:spPr/>
    </dgm:pt>
    <dgm:pt modelId="{73C3C1CB-EB02-4267-A249-6D215B4CDB1C}" type="pres">
      <dgm:prSet presAssocID="{40CA02BC-E4A0-49D0-AF46-D8DB5A081469}" presName="vert1" presStyleCnt="0"/>
      <dgm:spPr/>
    </dgm:pt>
    <dgm:pt modelId="{9F422592-5852-4056-9EF2-880212507296}" type="pres">
      <dgm:prSet presAssocID="{28BF94C5-52D3-404F-B3CD-1143243BE976}" presName="thickLine" presStyleLbl="alignNode1" presStyleIdx="9" presStyleCnt="12"/>
      <dgm:spPr/>
    </dgm:pt>
    <dgm:pt modelId="{49AD0B82-97CA-43B6-A959-CFD6839128F1}" type="pres">
      <dgm:prSet presAssocID="{28BF94C5-52D3-404F-B3CD-1143243BE976}" presName="horz1" presStyleCnt="0"/>
      <dgm:spPr/>
    </dgm:pt>
    <dgm:pt modelId="{81E5595F-D57A-4DB8-8637-352F0E12583B}" type="pres">
      <dgm:prSet presAssocID="{28BF94C5-52D3-404F-B3CD-1143243BE976}" presName="tx1" presStyleLbl="revTx" presStyleIdx="9" presStyleCnt="12"/>
      <dgm:spPr/>
    </dgm:pt>
    <dgm:pt modelId="{BFE89C52-2608-4C22-951E-9394D8209A68}" type="pres">
      <dgm:prSet presAssocID="{28BF94C5-52D3-404F-B3CD-1143243BE976}" presName="vert1" presStyleCnt="0"/>
      <dgm:spPr/>
    </dgm:pt>
    <dgm:pt modelId="{A7497294-D5A1-4196-A6C5-2025479DB1D2}" type="pres">
      <dgm:prSet presAssocID="{2D11B7CA-3B4F-4729-AEB0-734FFC007339}" presName="thickLine" presStyleLbl="alignNode1" presStyleIdx="10" presStyleCnt="12"/>
      <dgm:spPr/>
    </dgm:pt>
    <dgm:pt modelId="{A66D9681-E787-455A-B414-FFA9A1371197}" type="pres">
      <dgm:prSet presAssocID="{2D11B7CA-3B4F-4729-AEB0-734FFC007339}" presName="horz1" presStyleCnt="0"/>
      <dgm:spPr/>
    </dgm:pt>
    <dgm:pt modelId="{57389DD5-00D8-499E-B2A6-8A0205AE276A}" type="pres">
      <dgm:prSet presAssocID="{2D11B7CA-3B4F-4729-AEB0-734FFC007339}" presName="tx1" presStyleLbl="revTx" presStyleIdx="10" presStyleCnt="12"/>
      <dgm:spPr/>
    </dgm:pt>
    <dgm:pt modelId="{5318909B-48EF-4C33-987E-A97CE6C13786}" type="pres">
      <dgm:prSet presAssocID="{2D11B7CA-3B4F-4729-AEB0-734FFC007339}" presName="vert1" presStyleCnt="0"/>
      <dgm:spPr/>
    </dgm:pt>
    <dgm:pt modelId="{882B67CA-B889-4E72-94D5-A93043D3214D}" type="pres">
      <dgm:prSet presAssocID="{96AAD76D-EAED-44BD-BCD4-C2232295A685}" presName="thickLine" presStyleLbl="alignNode1" presStyleIdx="11" presStyleCnt="12"/>
      <dgm:spPr/>
    </dgm:pt>
    <dgm:pt modelId="{B3E955D3-A9E6-485B-8E9E-858DCC35944F}" type="pres">
      <dgm:prSet presAssocID="{96AAD76D-EAED-44BD-BCD4-C2232295A685}" presName="horz1" presStyleCnt="0"/>
      <dgm:spPr/>
    </dgm:pt>
    <dgm:pt modelId="{A46533EC-36F0-4C46-8188-789A70FD8ABC}" type="pres">
      <dgm:prSet presAssocID="{96AAD76D-EAED-44BD-BCD4-C2232295A685}" presName="tx1" presStyleLbl="revTx" presStyleIdx="11" presStyleCnt="12"/>
      <dgm:spPr/>
    </dgm:pt>
    <dgm:pt modelId="{EBBAD6AD-4D98-4924-98D4-74BEF59750D6}" type="pres">
      <dgm:prSet presAssocID="{96AAD76D-EAED-44BD-BCD4-C2232295A685}" presName="vert1" presStyleCnt="0"/>
      <dgm:spPr/>
    </dgm:pt>
  </dgm:ptLst>
  <dgm:cxnLst>
    <dgm:cxn modelId="{80A7E91A-9094-45D6-BF44-2170490589DF}" srcId="{83D726BC-D9E4-47FF-B7F3-592B0446C0C5}" destId="{A4FC9DE3-AD98-4FA1-9309-6F66697F5089}" srcOrd="5" destOrd="0" parTransId="{32740431-6717-45C5-946F-4BF5456A0799}" sibTransId="{443961A0-EA56-4DF2-9F54-57A8E3C0F6A6}"/>
    <dgm:cxn modelId="{3B90171B-526B-4D81-8BD7-8380637D9724}" srcId="{83D726BC-D9E4-47FF-B7F3-592B0446C0C5}" destId="{96AAD76D-EAED-44BD-BCD4-C2232295A685}" srcOrd="11" destOrd="0" parTransId="{566D449A-21D5-445F-B6C4-835DFDE34C03}" sibTransId="{F53F669D-D37E-4CAB-8FFF-931B25664382}"/>
    <dgm:cxn modelId="{3D4CA627-27F0-4DB7-A125-E337A99E11E4}" srcId="{83D726BC-D9E4-47FF-B7F3-592B0446C0C5}" destId="{5EF07A2D-33E3-4A4F-8840-F3D7AFB5FA60}" srcOrd="4" destOrd="0" parTransId="{622C4287-03D6-4930-9E51-5D3CA8968AEE}" sibTransId="{52F15254-1711-4BEB-82F6-A39749F9B86C}"/>
    <dgm:cxn modelId="{B94B8E2B-F9A0-4D7F-881D-374FA6EA3BB3}" type="presOf" srcId="{45E11B6A-AA75-43E1-B271-8B476F251A84}" destId="{E759D37C-D375-4D3D-A34C-C4CBCD886103}" srcOrd="0" destOrd="0" presId="urn:microsoft.com/office/officeart/2008/layout/LinedList"/>
    <dgm:cxn modelId="{D926652F-A716-467B-BBBA-C845FE3EDD47}" srcId="{83D726BC-D9E4-47FF-B7F3-592B0446C0C5}" destId="{45E11B6A-AA75-43E1-B271-8B476F251A84}" srcOrd="1" destOrd="0" parTransId="{46810A8D-9DD1-4888-BF3B-B5B5ED0A6740}" sibTransId="{7A5050B0-E106-45A6-B463-91EA13A05924}"/>
    <dgm:cxn modelId="{1C662134-29EA-487C-9087-0A08F6918A25}" type="presOf" srcId="{C9A77337-3B67-4780-A9F1-C85E32EBAD87}" destId="{136D1C9E-9BA9-4E50-827D-55A2A4E10416}" srcOrd="0" destOrd="0" presId="urn:microsoft.com/office/officeart/2008/layout/LinedList"/>
    <dgm:cxn modelId="{C9C9A23C-A5EE-4C74-B466-21FFD39B257A}" type="presOf" srcId="{28BF94C5-52D3-404F-B3CD-1143243BE976}" destId="{81E5595F-D57A-4DB8-8637-352F0E12583B}" srcOrd="0" destOrd="0" presId="urn:microsoft.com/office/officeart/2008/layout/LinedList"/>
    <dgm:cxn modelId="{0CF8DE62-8CF2-4693-B114-B4B02AC7DB7E}" srcId="{83D726BC-D9E4-47FF-B7F3-592B0446C0C5}" destId="{B9F78AC7-5FE3-4259-8BA5-34EB29248DDA}" srcOrd="0" destOrd="0" parTransId="{F1AC483E-4894-4CC8-96CF-7E045277F626}" sibTransId="{FE8DEB9D-EA1F-4F94-A373-D9FC37D10DE4}"/>
    <dgm:cxn modelId="{9AD34144-14CB-4ABB-A307-BA9BFAC312ED}" type="presOf" srcId="{ADB07F68-763B-4034-99CF-5D043175F3B2}" destId="{DCE23C48-6378-429C-827F-EF2122911E12}" srcOrd="0" destOrd="0" presId="urn:microsoft.com/office/officeart/2008/layout/LinedList"/>
    <dgm:cxn modelId="{FB127466-34B9-4ED4-AE00-A782CBDC3A3C}" type="presOf" srcId="{B9F78AC7-5FE3-4259-8BA5-34EB29248DDA}" destId="{BF348117-2BB1-4837-B6EB-C06CADA3A71A}" srcOrd="0" destOrd="0" presId="urn:microsoft.com/office/officeart/2008/layout/LinedList"/>
    <dgm:cxn modelId="{1E0D174D-14FE-4FCA-95C2-1DD079232F36}" type="presOf" srcId="{83D726BC-D9E4-47FF-B7F3-592B0446C0C5}" destId="{6CC2313F-3F66-4C3B-BF68-CCD3A94D39AD}" srcOrd="0" destOrd="0" presId="urn:microsoft.com/office/officeart/2008/layout/LinedList"/>
    <dgm:cxn modelId="{20F0076F-B23C-4261-A010-BBA362D4F9A8}" srcId="{83D726BC-D9E4-47FF-B7F3-592B0446C0C5}" destId="{C9A77337-3B67-4780-A9F1-C85E32EBAD87}" srcOrd="3" destOrd="0" parTransId="{4C82EDA6-2867-403A-847E-727BD67205D0}" sibTransId="{31FEDB12-0FE1-4ECC-84F4-CB0B100C91E1}"/>
    <dgm:cxn modelId="{7EBC9151-364D-49B2-8364-96BA2F961FB1}" srcId="{83D726BC-D9E4-47FF-B7F3-592B0446C0C5}" destId="{28BF94C5-52D3-404F-B3CD-1143243BE976}" srcOrd="9" destOrd="0" parTransId="{895083D6-E2E9-4EF6-9B5A-ED9ADEB24907}" sibTransId="{1E47313A-E0CB-4391-A6FF-A4439CCE5FCF}"/>
    <dgm:cxn modelId="{A08C0052-A349-407C-A362-A869F8FB90AA}" type="presOf" srcId="{2D11B7CA-3B4F-4729-AEB0-734FFC007339}" destId="{57389DD5-00D8-499E-B2A6-8A0205AE276A}" srcOrd="0" destOrd="0" presId="urn:microsoft.com/office/officeart/2008/layout/LinedList"/>
    <dgm:cxn modelId="{1FF83690-F016-425D-A4E0-46544A5E7E73}" srcId="{83D726BC-D9E4-47FF-B7F3-592B0446C0C5}" destId="{ADB07F68-763B-4034-99CF-5D043175F3B2}" srcOrd="2" destOrd="0" parTransId="{9476906D-AF0B-4864-9C81-A2BE69AF7B10}" sibTransId="{5B54F83A-4EFE-4CB9-8EF6-C89835E371F9}"/>
    <dgm:cxn modelId="{D5069895-762F-4C82-BEBE-43EF1F801438}" type="presOf" srcId="{40CA02BC-E4A0-49D0-AF46-D8DB5A081469}" destId="{D9DA5FAB-03B7-470E-9F1E-4E7CDCE78204}" srcOrd="0" destOrd="0" presId="urn:microsoft.com/office/officeart/2008/layout/LinedList"/>
    <dgm:cxn modelId="{55BF969A-C396-4B26-AA43-2333B0D98BC5}" type="presOf" srcId="{E51EA826-D137-4D21-8D5C-B56DAA68B08B}" destId="{4B0106D7-2169-4446-909D-AAAE07A0E034}" srcOrd="0" destOrd="0" presId="urn:microsoft.com/office/officeart/2008/layout/LinedList"/>
    <dgm:cxn modelId="{246CCA9C-330B-4D42-8B91-52EB9C31E2BC}" srcId="{83D726BC-D9E4-47FF-B7F3-592B0446C0C5}" destId="{2D11B7CA-3B4F-4729-AEB0-734FFC007339}" srcOrd="10" destOrd="0" parTransId="{11402D81-01B8-452F-BECE-CF69B42DA3EF}" sibTransId="{FF99727F-3EB0-4E3C-B9A1-4B2F3F007398}"/>
    <dgm:cxn modelId="{345F3FA9-54CA-4A19-8F94-F48E02610157}" type="presOf" srcId="{5EF07A2D-33E3-4A4F-8840-F3D7AFB5FA60}" destId="{C58A9BA3-612F-4790-8B04-155BD6E3BF21}" srcOrd="0" destOrd="0" presId="urn:microsoft.com/office/officeart/2008/layout/LinedList"/>
    <dgm:cxn modelId="{6B5353AB-DA1A-4C4F-80B4-50156F8B4474}" srcId="{83D726BC-D9E4-47FF-B7F3-592B0446C0C5}" destId="{322F5DA8-D454-45D7-885F-24B78BBFB0A3}" srcOrd="7" destOrd="0" parTransId="{1874DF3C-7FEC-441F-ADAD-EED93B1C4253}" sibTransId="{743BA54F-C696-461D-980F-56C6EBA11A08}"/>
    <dgm:cxn modelId="{D9AF8BC8-F2FE-4BF5-9D33-80CF353CD3B3}" srcId="{83D726BC-D9E4-47FF-B7F3-592B0446C0C5}" destId="{E51EA826-D137-4D21-8D5C-B56DAA68B08B}" srcOrd="6" destOrd="0" parTransId="{B55E2414-B99D-4AAF-B191-4920BA2423F9}" sibTransId="{A22B86F0-5502-4304-82C6-0820A0462A19}"/>
    <dgm:cxn modelId="{F23D51C9-2A02-41BA-84C8-B0EF83C35916}" type="presOf" srcId="{A4FC9DE3-AD98-4FA1-9309-6F66697F5089}" destId="{4FE235C5-99A5-42AE-AC7A-AD7D91411A9A}" srcOrd="0" destOrd="0" presId="urn:microsoft.com/office/officeart/2008/layout/LinedList"/>
    <dgm:cxn modelId="{2CCC98EB-5390-4A35-B9E4-3D431D37BE13}" type="presOf" srcId="{322F5DA8-D454-45D7-885F-24B78BBFB0A3}" destId="{B8CC08D0-CB5E-45EB-9C8A-B35B7610649A}" srcOrd="0" destOrd="0" presId="urn:microsoft.com/office/officeart/2008/layout/LinedList"/>
    <dgm:cxn modelId="{A66CB8F2-7B68-4757-BE81-EBD1672BF7AA}" type="presOf" srcId="{96AAD76D-EAED-44BD-BCD4-C2232295A685}" destId="{A46533EC-36F0-4C46-8188-789A70FD8ABC}" srcOrd="0" destOrd="0" presId="urn:microsoft.com/office/officeart/2008/layout/LinedList"/>
    <dgm:cxn modelId="{E7487CFD-D4C1-4313-B1CB-2F355FE5A4A0}" srcId="{83D726BC-D9E4-47FF-B7F3-592B0446C0C5}" destId="{40CA02BC-E4A0-49D0-AF46-D8DB5A081469}" srcOrd="8" destOrd="0" parTransId="{FE67D4CC-2C23-46A5-AE53-F9674BED27C0}" sibTransId="{2052A198-3E2F-42E3-979E-5A7983F4E17E}"/>
    <dgm:cxn modelId="{4FBF88E2-2E00-4292-9477-E9A5AD818343}" type="presParOf" srcId="{6CC2313F-3F66-4C3B-BF68-CCD3A94D39AD}" destId="{0C7FC979-8523-4483-8072-671CDA954E79}" srcOrd="0" destOrd="0" presId="urn:microsoft.com/office/officeart/2008/layout/LinedList"/>
    <dgm:cxn modelId="{297F3B91-DD0E-4739-A4AB-811B791D9382}" type="presParOf" srcId="{6CC2313F-3F66-4C3B-BF68-CCD3A94D39AD}" destId="{C7C3AA00-37E5-41C4-9C1A-3982628089C9}" srcOrd="1" destOrd="0" presId="urn:microsoft.com/office/officeart/2008/layout/LinedList"/>
    <dgm:cxn modelId="{C6AEF88D-B748-4AD0-98EF-27ACBA0E324B}" type="presParOf" srcId="{C7C3AA00-37E5-41C4-9C1A-3982628089C9}" destId="{BF348117-2BB1-4837-B6EB-C06CADA3A71A}" srcOrd="0" destOrd="0" presId="urn:microsoft.com/office/officeart/2008/layout/LinedList"/>
    <dgm:cxn modelId="{45B17ADD-A01E-4269-A683-8874F0862C34}" type="presParOf" srcId="{C7C3AA00-37E5-41C4-9C1A-3982628089C9}" destId="{D8856206-79DB-4A14-A256-972C1A4FD25C}" srcOrd="1" destOrd="0" presId="urn:microsoft.com/office/officeart/2008/layout/LinedList"/>
    <dgm:cxn modelId="{3FD55105-FEDF-43BB-B546-439F8EA4A1B3}" type="presParOf" srcId="{6CC2313F-3F66-4C3B-BF68-CCD3A94D39AD}" destId="{A337C34D-F2DA-4FF9-9789-671B26405B6B}" srcOrd="2" destOrd="0" presId="urn:microsoft.com/office/officeart/2008/layout/LinedList"/>
    <dgm:cxn modelId="{8C6F0CC7-3C85-4CC7-8693-F37B65881BAF}" type="presParOf" srcId="{6CC2313F-3F66-4C3B-BF68-CCD3A94D39AD}" destId="{27A4387A-44AD-4D95-9ECA-92E2E01729A2}" srcOrd="3" destOrd="0" presId="urn:microsoft.com/office/officeart/2008/layout/LinedList"/>
    <dgm:cxn modelId="{FE30B522-9A73-41BB-B7D3-0E1C9BD12527}" type="presParOf" srcId="{27A4387A-44AD-4D95-9ECA-92E2E01729A2}" destId="{E759D37C-D375-4D3D-A34C-C4CBCD886103}" srcOrd="0" destOrd="0" presId="urn:microsoft.com/office/officeart/2008/layout/LinedList"/>
    <dgm:cxn modelId="{B168DBF8-D4EE-471F-89A9-D8577287476F}" type="presParOf" srcId="{27A4387A-44AD-4D95-9ECA-92E2E01729A2}" destId="{93B791CC-27E3-4597-A4D1-72002E5CFFC1}" srcOrd="1" destOrd="0" presId="urn:microsoft.com/office/officeart/2008/layout/LinedList"/>
    <dgm:cxn modelId="{F53E4733-4CA5-47BE-BB6F-7CFB15C6FA9A}" type="presParOf" srcId="{6CC2313F-3F66-4C3B-BF68-CCD3A94D39AD}" destId="{39A18BAB-F0AA-4608-AA06-F7D77A04928A}" srcOrd="4" destOrd="0" presId="urn:microsoft.com/office/officeart/2008/layout/LinedList"/>
    <dgm:cxn modelId="{2A78ECB3-5F2A-4A3E-AEC3-A7C5B52C50BF}" type="presParOf" srcId="{6CC2313F-3F66-4C3B-BF68-CCD3A94D39AD}" destId="{27CCB78F-EBD7-40BF-B8BB-1C3E3ADA4D4D}" srcOrd="5" destOrd="0" presId="urn:microsoft.com/office/officeart/2008/layout/LinedList"/>
    <dgm:cxn modelId="{0C15C066-BF49-4C96-87BB-621C20FD5E74}" type="presParOf" srcId="{27CCB78F-EBD7-40BF-B8BB-1C3E3ADA4D4D}" destId="{DCE23C48-6378-429C-827F-EF2122911E12}" srcOrd="0" destOrd="0" presId="urn:microsoft.com/office/officeart/2008/layout/LinedList"/>
    <dgm:cxn modelId="{5DF31022-BCFB-49DC-9A6A-B7FB421710EC}" type="presParOf" srcId="{27CCB78F-EBD7-40BF-B8BB-1C3E3ADA4D4D}" destId="{B5DBF3CA-83DF-4C81-9CFF-0E302BABA5CB}" srcOrd="1" destOrd="0" presId="urn:microsoft.com/office/officeart/2008/layout/LinedList"/>
    <dgm:cxn modelId="{E0A80279-AB0E-43B8-95D7-597D65933AF7}" type="presParOf" srcId="{6CC2313F-3F66-4C3B-BF68-CCD3A94D39AD}" destId="{E14F6805-2457-4095-9EAA-EEB2331C264B}" srcOrd="6" destOrd="0" presId="urn:microsoft.com/office/officeart/2008/layout/LinedList"/>
    <dgm:cxn modelId="{4DC769FD-E185-4B53-BD07-416E09F773D1}" type="presParOf" srcId="{6CC2313F-3F66-4C3B-BF68-CCD3A94D39AD}" destId="{3F7578B5-3278-4029-B3B0-58F4A4F34214}" srcOrd="7" destOrd="0" presId="urn:microsoft.com/office/officeart/2008/layout/LinedList"/>
    <dgm:cxn modelId="{7314DFFB-AEF0-41EE-A2A2-570D0A171DD4}" type="presParOf" srcId="{3F7578B5-3278-4029-B3B0-58F4A4F34214}" destId="{136D1C9E-9BA9-4E50-827D-55A2A4E10416}" srcOrd="0" destOrd="0" presId="urn:microsoft.com/office/officeart/2008/layout/LinedList"/>
    <dgm:cxn modelId="{2DA637B0-1877-4FB0-B99D-F412AF5C8662}" type="presParOf" srcId="{3F7578B5-3278-4029-B3B0-58F4A4F34214}" destId="{F210A1EB-0796-4E72-A0C8-56CD5FE58462}" srcOrd="1" destOrd="0" presId="urn:microsoft.com/office/officeart/2008/layout/LinedList"/>
    <dgm:cxn modelId="{CED8475C-A272-4D8D-8C14-0DF498522E62}" type="presParOf" srcId="{6CC2313F-3F66-4C3B-BF68-CCD3A94D39AD}" destId="{18D50D2D-C028-43CE-9D12-701BDC95241B}" srcOrd="8" destOrd="0" presId="urn:microsoft.com/office/officeart/2008/layout/LinedList"/>
    <dgm:cxn modelId="{4CF77CE1-0599-440D-955B-B2FAD7F039BB}" type="presParOf" srcId="{6CC2313F-3F66-4C3B-BF68-CCD3A94D39AD}" destId="{DBE1AB52-100A-48B9-8CB8-BF6498C7DADE}" srcOrd="9" destOrd="0" presId="urn:microsoft.com/office/officeart/2008/layout/LinedList"/>
    <dgm:cxn modelId="{1B701ACB-EB69-405E-9D53-8CD021FD8571}" type="presParOf" srcId="{DBE1AB52-100A-48B9-8CB8-BF6498C7DADE}" destId="{C58A9BA3-612F-4790-8B04-155BD6E3BF21}" srcOrd="0" destOrd="0" presId="urn:microsoft.com/office/officeart/2008/layout/LinedList"/>
    <dgm:cxn modelId="{D236E7D1-67B0-4358-B8F0-635977CA25F3}" type="presParOf" srcId="{DBE1AB52-100A-48B9-8CB8-BF6498C7DADE}" destId="{C6731281-BADB-4359-97AF-8019D0729989}" srcOrd="1" destOrd="0" presId="urn:microsoft.com/office/officeart/2008/layout/LinedList"/>
    <dgm:cxn modelId="{8CD12633-E57A-4B14-B0FB-D25DDEF9B90D}" type="presParOf" srcId="{6CC2313F-3F66-4C3B-BF68-CCD3A94D39AD}" destId="{2F027CAF-9C7B-4574-9209-0795EA5AA727}" srcOrd="10" destOrd="0" presId="urn:microsoft.com/office/officeart/2008/layout/LinedList"/>
    <dgm:cxn modelId="{DE5ECCF5-A268-44B6-9F74-1D02188925ED}" type="presParOf" srcId="{6CC2313F-3F66-4C3B-BF68-CCD3A94D39AD}" destId="{2ACCF686-B791-49AF-82C3-FD0DAD26F7E1}" srcOrd="11" destOrd="0" presId="urn:microsoft.com/office/officeart/2008/layout/LinedList"/>
    <dgm:cxn modelId="{3F969845-0B13-4D77-8266-3D6F62EA122A}" type="presParOf" srcId="{2ACCF686-B791-49AF-82C3-FD0DAD26F7E1}" destId="{4FE235C5-99A5-42AE-AC7A-AD7D91411A9A}" srcOrd="0" destOrd="0" presId="urn:microsoft.com/office/officeart/2008/layout/LinedList"/>
    <dgm:cxn modelId="{08A025A1-F6A9-43D4-9C88-2CDD080A65AA}" type="presParOf" srcId="{2ACCF686-B791-49AF-82C3-FD0DAD26F7E1}" destId="{A4F82FAC-446B-40B3-BE6B-0F9023437849}" srcOrd="1" destOrd="0" presId="urn:microsoft.com/office/officeart/2008/layout/LinedList"/>
    <dgm:cxn modelId="{CF911520-7A8A-4F21-8CD1-25875D9A787F}" type="presParOf" srcId="{6CC2313F-3F66-4C3B-BF68-CCD3A94D39AD}" destId="{BD243453-33DA-47E4-A371-FEBBD01EF086}" srcOrd="12" destOrd="0" presId="urn:microsoft.com/office/officeart/2008/layout/LinedList"/>
    <dgm:cxn modelId="{F3365ABF-4BC4-442A-AE9D-FF31961E158B}" type="presParOf" srcId="{6CC2313F-3F66-4C3B-BF68-CCD3A94D39AD}" destId="{E75C69EF-9492-405D-BCF8-AAFD4ACB0CBF}" srcOrd="13" destOrd="0" presId="urn:microsoft.com/office/officeart/2008/layout/LinedList"/>
    <dgm:cxn modelId="{9D4954A3-AE51-4F0B-BDE3-A10CEA9235F3}" type="presParOf" srcId="{E75C69EF-9492-405D-BCF8-AAFD4ACB0CBF}" destId="{4B0106D7-2169-4446-909D-AAAE07A0E034}" srcOrd="0" destOrd="0" presId="urn:microsoft.com/office/officeart/2008/layout/LinedList"/>
    <dgm:cxn modelId="{74438129-351F-450A-ADE7-0B80F6B4448E}" type="presParOf" srcId="{E75C69EF-9492-405D-BCF8-AAFD4ACB0CBF}" destId="{189BE6A0-DA35-4D3E-9B2B-F1EE4D7744E5}" srcOrd="1" destOrd="0" presId="urn:microsoft.com/office/officeart/2008/layout/LinedList"/>
    <dgm:cxn modelId="{17F65C8B-0BB8-4AD0-A00B-D80CAE937341}" type="presParOf" srcId="{6CC2313F-3F66-4C3B-BF68-CCD3A94D39AD}" destId="{F612A5F1-F482-4E5F-ACFD-B95E1340D920}" srcOrd="14" destOrd="0" presId="urn:microsoft.com/office/officeart/2008/layout/LinedList"/>
    <dgm:cxn modelId="{C2C89472-DCAB-43FB-ABC0-25B6BBE8BCAE}" type="presParOf" srcId="{6CC2313F-3F66-4C3B-BF68-CCD3A94D39AD}" destId="{0C8D8D8C-8378-4C1F-9149-17491DBB0B5A}" srcOrd="15" destOrd="0" presId="urn:microsoft.com/office/officeart/2008/layout/LinedList"/>
    <dgm:cxn modelId="{72C70990-46CC-42A6-B7B5-8179254ECD01}" type="presParOf" srcId="{0C8D8D8C-8378-4C1F-9149-17491DBB0B5A}" destId="{B8CC08D0-CB5E-45EB-9C8A-B35B7610649A}" srcOrd="0" destOrd="0" presId="urn:microsoft.com/office/officeart/2008/layout/LinedList"/>
    <dgm:cxn modelId="{78B1D872-0530-40A4-AA10-4AE478FFCE66}" type="presParOf" srcId="{0C8D8D8C-8378-4C1F-9149-17491DBB0B5A}" destId="{5F4DF2C4-437F-4CD7-A3CB-4F06CD69516D}" srcOrd="1" destOrd="0" presId="urn:microsoft.com/office/officeart/2008/layout/LinedList"/>
    <dgm:cxn modelId="{E53696A3-C1FB-4BB0-BA85-5647B25A12AC}" type="presParOf" srcId="{6CC2313F-3F66-4C3B-BF68-CCD3A94D39AD}" destId="{02CE213D-DABC-4D63-8A07-63DE696EC60A}" srcOrd="16" destOrd="0" presId="urn:microsoft.com/office/officeart/2008/layout/LinedList"/>
    <dgm:cxn modelId="{684CB6C6-CE36-496B-80B8-349B5F5F16FA}" type="presParOf" srcId="{6CC2313F-3F66-4C3B-BF68-CCD3A94D39AD}" destId="{B53C123E-12B7-4A70-986B-53BBDF87578A}" srcOrd="17" destOrd="0" presId="urn:microsoft.com/office/officeart/2008/layout/LinedList"/>
    <dgm:cxn modelId="{B0D6FB73-5E5D-4437-B795-2230BCA62CA4}" type="presParOf" srcId="{B53C123E-12B7-4A70-986B-53BBDF87578A}" destId="{D9DA5FAB-03B7-470E-9F1E-4E7CDCE78204}" srcOrd="0" destOrd="0" presId="urn:microsoft.com/office/officeart/2008/layout/LinedList"/>
    <dgm:cxn modelId="{15CA503F-E867-4D4E-B4D7-55472C308741}" type="presParOf" srcId="{B53C123E-12B7-4A70-986B-53BBDF87578A}" destId="{73C3C1CB-EB02-4267-A249-6D215B4CDB1C}" srcOrd="1" destOrd="0" presId="urn:microsoft.com/office/officeart/2008/layout/LinedList"/>
    <dgm:cxn modelId="{2F209CA5-03C2-4D1C-AF28-410CDE67AB50}" type="presParOf" srcId="{6CC2313F-3F66-4C3B-BF68-CCD3A94D39AD}" destId="{9F422592-5852-4056-9EF2-880212507296}" srcOrd="18" destOrd="0" presId="urn:microsoft.com/office/officeart/2008/layout/LinedList"/>
    <dgm:cxn modelId="{FFFB243F-1F69-425A-8BB2-005900E88AE6}" type="presParOf" srcId="{6CC2313F-3F66-4C3B-BF68-CCD3A94D39AD}" destId="{49AD0B82-97CA-43B6-A959-CFD6839128F1}" srcOrd="19" destOrd="0" presId="urn:microsoft.com/office/officeart/2008/layout/LinedList"/>
    <dgm:cxn modelId="{4ED554BF-0CB3-4185-AD5F-D0064A0CA82F}" type="presParOf" srcId="{49AD0B82-97CA-43B6-A959-CFD6839128F1}" destId="{81E5595F-D57A-4DB8-8637-352F0E12583B}" srcOrd="0" destOrd="0" presId="urn:microsoft.com/office/officeart/2008/layout/LinedList"/>
    <dgm:cxn modelId="{69CE2162-8362-4588-AC65-DD8E382A2A2C}" type="presParOf" srcId="{49AD0B82-97CA-43B6-A959-CFD6839128F1}" destId="{BFE89C52-2608-4C22-951E-9394D8209A68}" srcOrd="1" destOrd="0" presId="urn:microsoft.com/office/officeart/2008/layout/LinedList"/>
    <dgm:cxn modelId="{EFAEDFDF-5DCF-4735-9917-176656C890B6}" type="presParOf" srcId="{6CC2313F-3F66-4C3B-BF68-CCD3A94D39AD}" destId="{A7497294-D5A1-4196-A6C5-2025479DB1D2}" srcOrd="20" destOrd="0" presId="urn:microsoft.com/office/officeart/2008/layout/LinedList"/>
    <dgm:cxn modelId="{AFC398B3-69D1-4D5F-BB0A-6AC3F49AF898}" type="presParOf" srcId="{6CC2313F-3F66-4C3B-BF68-CCD3A94D39AD}" destId="{A66D9681-E787-455A-B414-FFA9A1371197}" srcOrd="21" destOrd="0" presId="urn:microsoft.com/office/officeart/2008/layout/LinedList"/>
    <dgm:cxn modelId="{B502AE21-A3BA-4A1F-BEF1-FE7F612EA82D}" type="presParOf" srcId="{A66D9681-E787-455A-B414-FFA9A1371197}" destId="{57389DD5-00D8-499E-B2A6-8A0205AE276A}" srcOrd="0" destOrd="0" presId="urn:microsoft.com/office/officeart/2008/layout/LinedList"/>
    <dgm:cxn modelId="{A58EB2E0-7E93-489A-8294-AA950D03CFE6}" type="presParOf" srcId="{A66D9681-E787-455A-B414-FFA9A1371197}" destId="{5318909B-48EF-4C33-987E-A97CE6C13786}" srcOrd="1" destOrd="0" presId="urn:microsoft.com/office/officeart/2008/layout/LinedList"/>
    <dgm:cxn modelId="{8F752043-9076-460B-8526-F9E16CE3CC0F}" type="presParOf" srcId="{6CC2313F-3F66-4C3B-BF68-CCD3A94D39AD}" destId="{882B67CA-B889-4E72-94D5-A93043D3214D}" srcOrd="22" destOrd="0" presId="urn:microsoft.com/office/officeart/2008/layout/LinedList"/>
    <dgm:cxn modelId="{22F58833-EDB9-4342-9131-826510260B9D}" type="presParOf" srcId="{6CC2313F-3F66-4C3B-BF68-CCD3A94D39AD}" destId="{B3E955D3-A9E6-485B-8E9E-858DCC35944F}" srcOrd="23" destOrd="0" presId="urn:microsoft.com/office/officeart/2008/layout/LinedList"/>
    <dgm:cxn modelId="{E04519DF-D7F4-4658-A831-FE35AE72D66B}" type="presParOf" srcId="{B3E955D3-A9E6-485B-8E9E-858DCC35944F}" destId="{A46533EC-36F0-4C46-8188-789A70FD8ABC}" srcOrd="0" destOrd="0" presId="urn:microsoft.com/office/officeart/2008/layout/LinedList"/>
    <dgm:cxn modelId="{D9CA4719-AF8B-4849-8CF2-E0987582B413}" type="presParOf" srcId="{B3E955D3-A9E6-485B-8E9E-858DCC35944F}" destId="{EBBAD6AD-4D98-4924-98D4-74BEF59750D6}" srcOrd="1"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F65510-99D1-4162-BF9C-949F5436E37C}"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7E067547-25C5-4A0E-B0D9-D8D3FE2CFC36}">
      <dgm:prSet/>
      <dgm:spPr/>
      <dgm:t>
        <a:bodyPr/>
        <a:lstStyle/>
        <a:p>
          <a:r>
            <a:rPr lang="en-US" dirty="0"/>
            <a:t>I deliver excellence that goes above and beyond </a:t>
          </a:r>
        </a:p>
      </dgm:t>
    </dgm:pt>
    <dgm:pt modelId="{BB340E5E-6FDB-4E67-B055-7055A9ABA74B}" type="parTrans" cxnId="{26362E50-4AE0-47BC-9C9C-4EA117A7D260}">
      <dgm:prSet/>
      <dgm:spPr/>
      <dgm:t>
        <a:bodyPr/>
        <a:lstStyle/>
        <a:p>
          <a:endParaRPr lang="en-US"/>
        </a:p>
      </dgm:t>
    </dgm:pt>
    <dgm:pt modelId="{C959895D-44C6-48EA-AE67-A5D120913D47}" type="sibTrans" cxnId="{26362E50-4AE0-47BC-9C9C-4EA117A7D260}">
      <dgm:prSet/>
      <dgm:spPr/>
      <dgm:t>
        <a:bodyPr/>
        <a:lstStyle/>
        <a:p>
          <a:endParaRPr lang="en-US"/>
        </a:p>
      </dgm:t>
    </dgm:pt>
    <dgm:pt modelId="{E022CA41-2374-4DFF-895F-579954E9243B}">
      <dgm:prSet/>
      <dgm:spPr/>
      <dgm:t>
        <a:bodyPr/>
        <a:lstStyle/>
        <a:p>
          <a:r>
            <a:rPr lang="en-US"/>
            <a:t>I look, sound, and act professionally </a:t>
          </a:r>
        </a:p>
      </dgm:t>
    </dgm:pt>
    <dgm:pt modelId="{7F43DEAF-3B2A-4C55-9783-286D380080F3}" type="parTrans" cxnId="{F15EDD69-EFA7-4FD5-914A-0C6A85585A72}">
      <dgm:prSet/>
      <dgm:spPr/>
      <dgm:t>
        <a:bodyPr/>
        <a:lstStyle/>
        <a:p>
          <a:endParaRPr lang="en-US"/>
        </a:p>
      </dgm:t>
    </dgm:pt>
    <dgm:pt modelId="{3D551575-5E3A-41DC-83A3-E015BAE5466E}" type="sibTrans" cxnId="{F15EDD69-EFA7-4FD5-914A-0C6A85585A72}">
      <dgm:prSet/>
      <dgm:spPr/>
      <dgm:t>
        <a:bodyPr/>
        <a:lstStyle/>
        <a:p>
          <a:endParaRPr lang="en-US"/>
        </a:p>
      </dgm:t>
    </dgm:pt>
    <dgm:pt modelId="{E0293065-56A1-485C-919C-CFA6A376A1A1}">
      <dgm:prSet/>
      <dgm:spPr/>
      <dgm:t>
        <a:bodyPr/>
        <a:lstStyle/>
        <a:p>
          <a:r>
            <a:rPr lang="en-US" dirty="0"/>
            <a:t>I am proud to sign my name to my work</a:t>
          </a:r>
        </a:p>
      </dgm:t>
    </dgm:pt>
    <dgm:pt modelId="{ED3AB338-586A-4D81-9D05-5F49713D1A08}" type="parTrans" cxnId="{D1DD091D-E091-4391-B499-7C40C1CFFAC0}">
      <dgm:prSet/>
      <dgm:spPr/>
      <dgm:t>
        <a:bodyPr/>
        <a:lstStyle/>
        <a:p>
          <a:endParaRPr lang="en-US"/>
        </a:p>
      </dgm:t>
    </dgm:pt>
    <dgm:pt modelId="{65DF6847-CCDC-47FD-8563-73F6DD699710}" type="sibTrans" cxnId="{D1DD091D-E091-4391-B499-7C40C1CFFAC0}">
      <dgm:prSet/>
      <dgm:spPr/>
      <dgm:t>
        <a:bodyPr/>
        <a:lstStyle/>
        <a:p>
          <a:endParaRPr lang="en-US"/>
        </a:p>
      </dgm:t>
    </dgm:pt>
    <dgm:pt modelId="{BDD2D8B5-62A8-46FC-B284-936651DA5D50}">
      <dgm:prSet/>
      <dgm:spPr/>
      <dgm:t>
        <a:bodyPr/>
        <a:lstStyle/>
        <a:p>
          <a:r>
            <a:rPr lang="en-US"/>
            <a:t>I hold myself accountable</a:t>
          </a:r>
        </a:p>
      </dgm:t>
    </dgm:pt>
    <dgm:pt modelId="{1B574453-9022-42C8-8D53-DC75B1E98013}" type="parTrans" cxnId="{65206DCD-B631-4A30-9A92-88B8D1CF5249}">
      <dgm:prSet/>
      <dgm:spPr/>
      <dgm:t>
        <a:bodyPr/>
        <a:lstStyle/>
        <a:p>
          <a:endParaRPr lang="en-US"/>
        </a:p>
      </dgm:t>
    </dgm:pt>
    <dgm:pt modelId="{6F475D82-5CE4-42CE-A4CD-781DCB1888F9}" type="sibTrans" cxnId="{65206DCD-B631-4A30-9A92-88B8D1CF5249}">
      <dgm:prSet/>
      <dgm:spPr/>
      <dgm:t>
        <a:bodyPr/>
        <a:lstStyle/>
        <a:p>
          <a:endParaRPr lang="en-US"/>
        </a:p>
      </dgm:t>
    </dgm:pt>
    <dgm:pt modelId="{54B19457-3DC5-4927-9B40-B892B86647C8}" type="pres">
      <dgm:prSet presAssocID="{ACF65510-99D1-4162-BF9C-949F5436E37C}" presName="outerComposite" presStyleCnt="0">
        <dgm:presLayoutVars>
          <dgm:chMax val="5"/>
          <dgm:dir/>
          <dgm:resizeHandles val="exact"/>
        </dgm:presLayoutVars>
      </dgm:prSet>
      <dgm:spPr/>
    </dgm:pt>
    <dgm:pt modelId="{7274CF57-A829-4DA2-BA75-4729BF335099}" type="pres">
      <dgm:prSet presAssocID="{ACF65510-99D1-4162-BF9C-949F5436E37C}" presName="dummyMaxCanvas" presStyleCnt="0">
        <dgm:presLayoutVars/>
      </dgm:prSet>
      <dgm:spPr/>
    </dgm:pt>
    <dgm:pt modelId="{45F8E0E2-4E66-4037-81D2-838C1FA2CE6D}" type="pres">
      <dgm:prSet presAssocID="{ACF65510-99D1-4162-BF9C-949F5436E37C}" presName="FourNodes_1" presStyleLbl="node1" presStyleIdx="0" presStyleCnt="4">
        <dgm:presLayoutVars>
          <dgm:bulletEnabled val="1"/>
        </dgm:presLayoutVars>
      </dgm:prSet>
      <dgm:spPr/>
    </dgm:pt>
    <dgm:pt modelId="{60DB74EE-2408-4BD4-9935-0B1A4AADA2CA}" type="pres">
      <dgm:prSet presAssocID="{ACF65510-99D1-4162-BF9C-949F5436E37C}" presName="FourNodes_2" presStyleLbl="node1" presStyleIdx="1" presStyleCnt="4">
        <dgm:presLayoutVars>
          <dgm:bulletEnabled val="1"/>
        </dgm:presLayoutVars>
      </dgm:prSet>
      <dgm:spPr/>
    </dgm:pt>
    <dgm:pt modelId="{4FF65C14-2636-4EA0-993F-85C699AA9998}" type="pres">
      <dgm:prSet presAssocID="{ACF65510-99D1-4162-BF9C-949F5436E37C}" presName="FourNodes_3" presStyleLbl="node1" presStyleIdx="2" presStyleCnt="4">
        <dgm:presLayoutVars>
          <dgm:bulletEnabled val="1"/>
        </dgm:presLayoutVars>
      </dgm:prSet>
      <dgm:spPr/>
    </dgm:pt>
    <dgm:pt modelId="{0E2B03B0-C8ED-4CFF-9B35-F04B490F340F}" type="pres">
      <dgm:prSet presAssocID="{ACF65510-99D1-4162-BF9C-949F5436E37C}" presName="FourNodes_4" presStyleLbl="node1" presStyleIdx="3" presStyleCnt="4">
        <dgm:presLayoutVars>
          <dgm:bulletEnabled val="1"/>
        </dgm:presLayoutVars>
      </dgm:prSet>
      <dgm:spPr/>
    </dgm:pt>
    <dgm:pt modelId="{E3F5DD60-AC54-4EF3-B447-3AA66768C23E}" type="pres">
      <dgm:prSet presAssocID="{ACF65510-99D1-4162-BF9C-949F5436E37C}" presName="FourConn_1-2" presStyleLbl="fgAccFollowNode1" presStyleIdx="0" presStyleCnt="3">
        <dgm:presLayoutVars>
          <dgm:bulletEnabled val="1"/>
        </dgm:presLayoutVars>
      </dgm:prSet>
      <dgm:spPr/>
    </dgm:pt>
    <dgm:pt modelId="{F16D8D59-EBB8-4C02-B8F3-ABD3390EC7C4}" type="pres">
      <dgm:prSet presAssocID="{ACF65510-99D1-4162-BF9C-949F5436E37C}" presName="FourConn_2-3" presStyleLbl="fgAccFollowNode1" presStyleIdx="1" presStyleCnt="3">
        <dgm:presLayoutVars>
          <dgm:bulletEnabled val="1"/>
        </dgm:presLayoutVars>
      </dgm:prSet>
      <dgm:spPr/>
    </dgm:pt>
    <dgm:pt modelId="{F2C9DA0A-92DF-44A4-AE9E-7ABE67A89FC4}" type="pres">
      <dgm:prSet presAssocID="{ACF65510-99D1-4162-BF9C-949F5436E37C}" presName="FourConn_3-4" presStyleLbl="fgAccFollowNode1" presStyleIdx="2" presStyleCnt="3">
        <dgm:presLayoutVars>
          <dgm:bulletEnabled val="1"/>
        </dgm:presLayoutVars>
      </dgm:prSet>
      <dgm:spPr/>
    </dgm:pt>
    <dgm:pt modelId="{30734166-61E2-44FF-A2A5-0B0904122B75}" type="pres">
      <dgm:prSet presAssocID="{ACF65510-99D1-4162-BF9C-949F5436E37C}" presName="FourNodes_1_text" presStyleLbl="node1" presStyleIdx="3" presStyleCnt="4">
        <dgm:presLayoutVars>
          <dgm:bulletEnabled val="1"/>
        </dgm:presLayoutVars>
      </dgm:prSet>
      <dgm:spPr/>
    </dgm:pt>
    <dgm:pt modelId="{25B81136-3CC6-4534-9155-30727BC86164}" type="pres">
      <dgm:prSet presAssocID="{ACF65510-99D1-4162-BF9C-949F5436E37C}" presName="FourNodes_2_text" presStyleLbl="node1" presStyleIdx="3" presStyleCnt="4">
        <dgm:presLayoutVars>
          <dgm:bulletEnabled val="1"/>
        </dgm:presLayoutVars>
      </dgm:prSet>
      <dgm:spPr/>
    </dgm:pt>
    <dgm:pt modelId="{145BF809-26AB-4EFD-9B5B-14066AA5D56A}" type="pres">
      <dgm:prSet presAssocID="{ACF65510-99D1-4162-BF9C-949F5436E37C}" presName="FourNodes_3_text" presStyleLbl="node1" presStyleIdx="3" presStyleCnt="4">
        <dgm:presLayoutVars>
          <dgm:bulletEnabled val="1"/>
        </dgm:presLayoutVars>
      </dgm:prSet>
      <dgm:spPr/>
    </dgm:pt>
    <dgm:pt modelId="{95F6A380-61AF-44F9-8552-4416B55B7D56}" type="pres">
      <dgm:prSet presAssocID="{ACF65510-99D1-4162-BF9C-949F5436E37C}" presName="FourNodes_4_text" presStyleLbl="node1" presStyleIdx="3" presStyleCnt="4">
        <dgm:presLayoutVars>
          <dgm:bulletEnabled val="1"/>
        </dgm:presLayoutVars>
      </dgm:prSet>
      <dgm:spPr/>
    </dgm:pt>
  </dgm:ptLst>
  <dgm:cxnLst>
    <dgm:cxn modelId="{2C72F105-8D3A-4E03-9CFA-647EF9CDFAAC}" type="presOf" srcId="{E0293065-56A1-485C-919C-CFA6A376A1A1}" destId="{145BF809-26AB-4EFD-9B5B-14066AA5D56A}" srcOrd="1" destOrd="0" presId="urn:microsoft.com/office/officeart/2005/8/layout/vProcess5"/>
    <dgm:cxn modelId="{B8A5FB1A-683E-4196-B648-D96E79990246}" type="presOf" srcId="{BDD2D8B5-62A8-46FC-B284-936651DA5D50}" destId="{0E2B03B0-C8ED-4CFF-9B35-F04B490F340F}" srcOrd="0" destOrd="0" presId="urn:microsoft.com/office/officeart/2005/8/layout/vProcess5"/>
    <dgm:cxn modelId="{D1DD091D-E091-4391-B499-7C40C1CFFAC0}" srcId="{ACF65510-99D1-4162-BF9C-949F5436E37C}" destId="{E0293065-56A1-485C-919C-CFA6A376A1A1}" srcOrd="2" destOrd="0" parTransId="{ED3AB338-586A-4D81-9D05-5F49713D1A08}" sibTransId="{65DF6847-CCDC-47FD-8563-73F6DD699710}"/>
    <dgm:cxn modelId="{43914B2E-A23A-48D7-ADF6-7352B2D32F12}" type="presOf" srcId="{E0293065-56A1-485C-919C-CFA6A376A1A1}" destId="{4FF65C14-2636-4EA0-993F-85C699AA9998}" srcOrd="0" destOrd="0" presId="urn:microsoft.com/office/officeart/2005/8/layout/vProcess5"/>
    <dgm:cxn modelId="{BF17D35C-420F-4406-A74F-15ED27833FBB}" type="presOf" srcId="{ACF65510-99D1-4162-BF9C-949F5436E37C}" destId="{54B19457-3DC5-4927-9B40-B892B86647C8}" srcOrd="0" destOrd="0" presId="urn:microsoft.com/office/officeart/2005/8/layout/vProcess5"/>
    <dgm:cxn modelId="{F15EDD69-EFA7-4FD5-914A-0C6A85585A72}" srcId="{ACF65510-99D1-4162-BF9C-949F5436E37C}" destId="{E022CA41-2374-4DFF-895F-579954E9243B}" srcOrd="1" destOrd="0" parTransId="{7F43DEAF-3B2A-4C55-9783-286D380080F3}" sibTransId="{3D551575-5E3A-41DC-83A3-E015BAE5466E}"/>
    <dgm:cxn modelId="{26362E50-4AE0-47BC-9C9C-4EA117A7D260}" srcId="{ACF65510-99D1-4162-BF9C-949F5436E37C}" destId="{7E067547-25C5-4A0E-B0D9-D8D3FE2CFC36}" srcOrd="0" destOrd="0" parTransId="{BB340E5E-6FDB-4E67-B055-7055A9ABA74B}" sibTransId="{C959895D-44C6-48EA-AE67-A5D120913D47}"/>
    <dgm:cxn modelId="{EFEA4753-9560-4670-9A5C-2E526338F502}" type="presOf" srcId="{E022CA41-2374-4DFF-895F-579954E9243B}" destId="{60DB74EE-2408-4BD4-9935-0B1A4AADA2CA}" srcOrd="0" destOrd="0" presId="urn:microsoft.com/office/officeart/2005/8/layout/vProcess5"/>
    <dgm:cxn modelId="{4B1E40B0-09EA-4934-8112-F16131CFA5E1}" type="presOf" srcId="{C959895D-44C6-48EA-AE67-A5D120913D47}" destId="{E3F5DD60-AC54-4EF3-B447-3AA66768C23E}" srcOrd="0" destOrd="0" presId="urn:microsoft.com/office/officeart/2005/8/layout/vProcess5"/>
    <dgm:cxn modelId="{C9B3F0C2-A7A5-4664-BC5B-AD4576859C02}" type="presOf" srcId="{7E067547-25C5-4A0E-B0D9-D8D3FE2CFC36}" destId="{30734166-61E2-44FF-A2A5-0B0904122B75}" srcOrd="1" destOrd="0" presId="urn:microsoft.com/office/officeart/2005/8/layout/vProcess5"/>
    <dgm:cxn modelId="{C64451C5-E0FF-488A-AE7B-9538246BB4C1}" type="presOf" srcId="{7E067547-25C5-4A0E-B0D9-D8D3FE2CFC36}" destId="{45F8E0E2-4E66-4037-81D2-838C1FA2CE6D}" srcOrd="0" destOrd="0" presId="urn:microsoft.com/office/officeart/2005/8/layout/vProcess5"/>
    <dgm:cxn modelId="{65206DCD-B631-4A30-9A92-88B8D1CF5249}" srcId="{ACF65510-99D1-4162-BF9C-949F5436E37C}" destId="{BDD2D8B5-62A8-46FC-B284-936651DA5D50}" srcOrd="3" destOrd="0" parTransId="{1B574453-9022-42C8-8D53-DC75B1E98013}" sibTransId="{6F475D82-5CE4-42CE-A4CD-781DCB1888F9}"/>
    <dgm:cxn modelId="{2468FCDA-7379-410F-9D47-9BBE6FDB668E}" type="presOf" srcId="{BDD2D8B5-62A8-46FC-B284-936651DA5D50}" destId="{95F6A380-61AF-44F9-8552-4416B55B7D56}" srcOrd="1" destOrd="0" presId="urn:microsoft.com/office/officeart/2005/8/layout/vProcess5"/>
    <dgm:cxn modelId="{4B346CDD-E5FB-404E-A5BE-2B3916FFBA94}" type="presOf" srcId="{3D551575-5E3A-41DC-83A3-E015BAE5466E}" destId="{F16D8D59-EBB8-4C02-B8F3-ABD3390EC7C4}" srcOrd="0" destOrd="0" presId="urn:microsoft.com/office/officeart/2005/8/layout/vProcess5"/>
    <dgm:cxn modelId="{2B7BD9E8-A10C-4327-BF5B-E208FD9E599C}" type="presOf" srcId="{E022CA41-2374-4DFF-895F-579954E9243B}" destId="{25B81136-3CC6-4534-9155-30727BC86164}" srcOrd="1" destOrd="0" presId="urn:microsoft.com/office/officeart/2005/8/layout/vProcess5"/>
    <dgm:cxn modelId="{D9F4C8EF-8BF3-4EBB-9CBC-B1C987057253}" type="presOf" srcId="{65DF6847-CCDC-47FD-8563-73F6DD699710}" destId="{F2C9DA0A-92DF-44A4-AE9E-7ABE67A89FC4}" srcOrd="0" destOrd="0" presId="urn:microsoft.com/office/officeart/2005/8/layout/vProcess5"/>
    <dgm:cxn modelId="{54199878-676A-485E-9AD7-E42774581AFA}" type="presParOf" srcId="{54B19457-3DC5-4927-9B40-B892B86647C8}" destId="{7274CF57-A829-4DA2-BA75-4729BF335099}" srcOrd="0" destOrd="0" presId="urn:microsoft.com/office/officeart/2005/8/layout/vProcess5"/>
    <dgm:cxn modelId="{2C09A6EB-10CC-4F5B-9D2D-7A7D19B3DC9D}" type="presParOf" srcId="{54B19457-3DC5-4927-9B40-B892B86647C8}" destId="{45F8E0E2-4E66-4037-81D2-838C1FA2CE6D}" srcOrd="1" destOrd="0" presId="urn:microsoft.com/office/officeart/2005/8/layout/vProcess5"/>
    <dgm:cxn modelId="{412ADFEC-25FB-456F-AD13-B1053CA0E243}" type="presParOf" srcId="{54B19457-3DC5-4927-9B40-B892B86647C8}" destId="{60DB74EE-2408-4BD4-9935-0B1A4AADA2CA}" srcOrd="2" destOrd="0" presId="urn:microsoft.com/office/officeart/2005/8/layout/vProcess5"/>
    <dgm:cxn modelId="{EE9AF6CA-C06F-4ED2-9228-2170410ABEE6}" type="presParOf" srcId="{54B19457-3DC5-4927-9B40-B892B86647C8}" destId="{4FF65C14-2636-4EA0-993F-85C699AA9998}" srcOrd="3" destOrd="0" presId="urn:microsoft.com/office/officeart/2005/8/layout/vProcess5"/>
    <dgm:cxn modelId="{DC0A2BC1-8293-4B04-8612-3F27C31E2059}" type="presParOf" srcId="{54B19457-3DC5-4927-9B40-B892B86647C8}" destId="{0E2B03B0-C8ED-4CFF-9B35-F04B490F340F}" srcOrd="4" destOrd="0" presId="urn:microsoft.com/office/officeart/2005/8/layout/vProcess5"/>
    <dgm:cxn modelId="{2B168790-CDC9-4F56-AAA2-9DE27B766F6E}" type="presParOf" srcId="{54B19457-3DC5-4927-9B40-B892B86647C8}" destId="{E3F5DD60-AC54-4EF3-B447-3AA66768C23E}" srcOrd="5" destOrd="0" presId="urn:microsoft.com/office/officeart/2005/8/layout/vProcess5"/>
    <dgm:cxn modelId="{E15F8282-0ED5-48F4-B6CD-2FEC4ED9E311}" type="presParOf" srcId="{54B19457-3DC5-4927-9B40-B892B86647C8}" destId="{F16D8D59-EBB8-4C02-B8F3-ABD3390EC7C4}" srcOrd="6" destOrd="0" presId="urn:microsoft.com/office/officeart/2005/8/layout/vProcess5"/>
    <dgm:cxn modelId="{73974324-B200-4FC7-9EDB-0E1947A6F9CF}" type="presParOf" srcId="{54B19457-3DC5-4927-9B40-B892B86647C8}" destId="{F2C9DA0A-92DF-44A4-AE9E-7ABE67A89FC4}" srcOrd="7" destOrd="0" presId="urn:microsoft.com/office/officeart/2005/8/layout/vProcess5"/>
    <dgm:cxn modelId="{6C1143F5-F8C1-4371-9C4C-267B1888B575}" type="presParOf" srcId="{54B19457-3DC5-4927-9B40-B892B86647C8}" destId="{30734166-61E2-44FF-A2A5-0B0904122B75}" srcOrd="8" destOrd="0" presId="urn:microsoft.com/office/officeart/2005/8/layout/vProcess5"/>
    <dgm:cxn modelId="{9B5758B8-D30B-4625-A1F0-2B2C596E9124}" type="presParOf" srcId="{54B19457-3DC5-4927-9B40-B892B86647C8}" destId="{25B81136-3CC6-4534-9155-30727BC86164}" srcOrd="9" destOrd="0" presId="urn:microsoft.com/office/officeart/2005/8/layout/vProcess5"/>
    <dgm:cxn modelId="{CB9882C0-0B2A-488F-9774-9263D199E04E}" type="presParOf" srcId="{54B19457-3DC5-4927-9B40-B892B86647C8}" destId="{145BF809-26AB-4EFD-9B5B-14066AA5D56A}" srcOrd="10" destOrd="0" presId="urn:microsoft.com/office/officeart/2005/8/layout/vProcess5"/>
    <dgm:cxn modelId="{6BF2FD2F-F672-4B5E-AC87-72BFAC49DA08}" type="presParOf" srcId="{54B19457-3DC5-4927-9B40-B892B86647C8}" destId="{95F6A380-61AF-44F9-8552-4416B55B7D56}"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5158F95-BFD6-43A9-8D1E-4D5249A874A7}" type="doc">
      <dgm:prSet loTypeId="urn:microsoft.com/office/officeart/2005/8/layout/process4" loCatId="process" qsTypeId="urn:microsoft.com/office/officeart/2005/8/quickstyle/simple4" qsCatId="simple" csTypeId="urn:microsoft.com/office/officeart/2005/8/colors/colorful2" csCatId="colorful"/>
      <dgm:spPr/>
      <dgm:t>
        <a:bodyPr/>
        <a:lstStyle/>
        <a:p>
          <a:endParaRPr lang="en-US"/>
        </a:p>
      </dgm:t>
    </dgm:pt>
    <dgm:pt modelId="{A01838C5-B03D-441B-B833-C929ADB63EDD}">
      <dgm:prSet/>
      <dgm:spPr/>
      <dgm:t>
        <a:bodyPr/>
        <a:lstStyle/>
        <a:p>
          <a:r>
            <a:rPr lang="en-US"/>
            <a:t>I demonstrate professionalism in </a:t>
          </a:r>
          <a:br>
            <a:rPr lang="en-US"/>
          </a:br>
          <a:r>
            <a:rPr lang="en-US"/>
            <a:t>how  I look, what I say, and what I do</a:t>
          </a:r>
        </a:p>
      </dgm:t>
    </dgm:pt>
    <dgm:pt modelId="{D8501368-4279-4D2B-BDD0-AEBCA5BCCE97}" type="parTrans" cxnId="{8F937AC8-415D-4DCD-9592-43350A807079}">
      <dgm:prSet/>
      <dgm:spPr/>
      <dgm:t>
        <a:bodyPr/>
        <a:lstStyle/>
        <a:p>
          <a:endParaRPr lang="en-US"/>
        </a:p>
      </dgm:t>
    </dgm:pt>
    <dgm:pt modelId="{0309C3C8-AA88-4E42-85C4-893E1530BEAE}" type="sibTrans" cxnId="{8F937AC8-415D-4DCD-9592-43350A807079}">
      <dgm:prSet/>
      <dgm:spPr/>
      <dgm:t>
        <a:bodyPr/>
        <a:lstStyle/>
        <a:p>
          <a:endParaRPr lang="en-US"/>
        </a:p>
      </dgm:t>
    </dgm:pt>
    <dgm:pt modelId="{E6737D65-31E0-4729-89B7-010F870CBDD9}">
      <dgm:prSet/>
      <dgm:spPr/>
      <dgm:t>
        <a:bodyPr/>
        <a:lstStyle/>
        <a:p>
          <a:r>
            <a:rPr lang="en-US"/>
            <a:t>The Three I’s</a:t>
          </a:r>
        </a:p>
      </dgm:t>
    </dgm:pt>
    <dgm:pt modelId="{2B14A342-5AC2-446D-91C0-7ADA1D87D24A}" type="parTrans" cxnId="{20F0E57B-2DE6-42EA-8098-9F71963E74F0}">
      <dgm:prSet/>
      <dgm:spPr/>
      <dgm:t>
        <a:bodyPr/>
        <a:lstStyle/>
        <a:p>
          <a:endParaRPr lang="en-US"/>
        </a:p>
      </dgm:t>
    </dgm:pt>
    <dgm:pt modelId="{D0295385-1FC9-4A0F-BF53-36DD52870C8E}" type="sibTrans" cxnId="{20F0E57B-2DE6-42EA-8098-9F71963E74F0}">
      <dgm:prSet/>
      <dgm:spPr/>
      <dgm:t>
        <a:bodyPr/>
        <a:lstStyle/>
        <a:p>
          <a:endParaRPr lang="en-US"/>
        </a:p>
      </dgm:t>
    </dgm:pt>
    <dgm:pt modelId="{C0F63126-26CF-4102-9412-D5B9D2D11546}">
      <dgm:prSet/>
      <dgm:spPr/>
      <dgm:t>
        <a:bodyPr/>
        <a:lstStyle/>
        <a:p>
          <a:r>
            <a:rPr lang="en-US"/>
            <a:t>Intensity</a:t>
          </a:r>
        </a:p>
      </dgm:t>
    </dgm:pt>
    <dgm:pt modelId="{55F68DC3-6767-4D4C-AFF4-1EAF29E8FE2A}" type="parTrans" cxnId="{38A21238-32D4-4B46-B99F-3C9C9C546918}">
      <dgm:prSet/>
      <dgm:spPr/>
      <dgm:t>
        <a:bodyPr/>
        <a:lstStyle/>
        <a:p>
          <a:endParaRPr lang="en-US"/>
        </a:p>
      </dgm:t>
    </dgm:pt>
    <dgm:pt modelId="{EADD3936-6B59-4060-BB06-CD5F7964484D}" type="sibTrans" cxnId="{38A21238-32D4-4B46-B99F-3C9C9C546918}">
      <dgm:prSet/>
      <dgm:spPr/>
      <dgm:t>
        <a:bodyPr/>
        <a:lstStyle/>
        <a:p>
          <a:endParaRPr lang="en-US"/>
        </a:p>
      </dgm:t>
    </dgm:pt>
    <dgm:pt modelId="{5FBD5190-DB55-4456-9A1A-EBC4403E9233}">
      <dgm:prSet/>
      <dgm:spPr/>
      <dgm:t>
        <a:bodyPr/>
        <a:lstStyle/>
        <a:p>
          <a:r>
            <a:rPr lang="en-US"/>
            <a:t>Integrity</a:t>
          </a:r>
        </a:p>
      </dgm:t>
    </dgm:pt>
    <dgm:pt modelId="{40AF6CDD-865D-44B6-825A-E13830F1E04D}" type="parTrans" cxnId="{A3C6A82E-C692-4272-BF83-469456368699}">
      <dgm:prSet/>
      <dgm:spPr/>
      <dgm:t>
        <a:bodyPr/>
        <a:lstStyle/>
        <a:p>
          <a:endParaRPr lang="en-US"/>
        </a:p>
      </dgm:t>
    </dgm:pt>
    <dgm:pt modelId="{D737A089-15EB-4EB3-B1FD-15DB20AD9387}" type="sibTrans" cxnId="{A3C6A82E-C692-4272-BF83-469456368699}">
      <dgm:prSet/>
      <dgm:spPr/>
      <dgm:t>
        <a:bodyPr/>
        <a:lstStyle/>
        <a:p>
          <a:endParaRPr lang="en-US"/>
        </a:p>
      </dgm:t>
    </dgm:pt>
    <dgm:pt modelId="{300314F9-34D3-4903-9437-0D2A4622F8DA}">
      <dgm:prSet/>
      <dgm:spPr/>
      <dgm:t>
        <a:bodyPr/>
        <a:lstStyle/>
        <a:p>
          <a:r>
            <a:rPr lang="en-US"/>
            <a:t>Intelligence</a:t>
          </a:r>
        </a:p>
      </dgm:t>
    </dgm:pt>
    <dgm:pt modelId="{D82CB1F2-AF75-47F7-899A-539CBF1802FC}" type="parTrans" cxnId="{B8251CD3-F943-49D4-8335-098330FD6CE6}">
      <dgm:prSet/>
      <dgm:spPr/>
      <dgm:t>
        <a:bodyPr/>
        <a:lstStyle/>
        <a:p>
          <a:endParaRPr lang="en-US"/>
        </a:p>
      </dgm:t>
    </dgm:pt>
    <dgm:pt modelId="{53ABEB40-BF5D-4FA2-81CA-514FD0F7A3C8}" type="sibTrans" cxnId="{B8251CD3-F943-49D4-8335-098330FD6CE6}">
      <dgm:prSet/>
      <dgm:spPr/>
      <dgm:t>
        <a:bodyPr/>
        <a:lstStyle/>
        <a:p>
          <a:endParaRPr lang="en-US"/>
        </a:p>
      </dgm:t>
    </dgm:pt>
    <dgm:pt modelId="{D8723D8B-34FD-4BE9-9FAA-6D3747EACFEA}" type="pres">
      <dgm:prSet presAssocID="{35158F95-BFD6-43A9-8D1E-4D5249A874A7}" presName="Name0" presStyleCnt="0">
        <dgm:presLayoutVars>
          <dgm:dir/>
          <dgm:animLvl val="lvl"/>
          <dgm:resizeHandles val="exact"/>
        </dgm:presLayoutVars>
      </dgm:prSet>
      <dgm:spPr/>
    </dgm:pt>
    <dgm:pt modelId="{23E4D243-092A-40AE-8C6D-44771229A231}" type="pres">
      <dgm:prSet presAssocID="{E6737D65-31E0-4729-89B7-010F870CBDD9}" presName="boxAndChildren" presStyleCnt="0"/>
      <dgm:spPr/>
    </dgm:pt>
    <dgm:pt modelId="{2D407DF0-66EB-48E2-831D-FF52E0EBCEC3}" type="pres">
      <dgm:prSet presAssocID="{E6737D65-31E0-4729-89B7-010F870CBDD9}" presName="parentTextBox" presStyleLbl="node1" presStyleIdx="0" presStyleCnt="2"/>
      <dgm:spPr/>
    </dgm:pt>
    <dgm:pt modelId="{FA931482-9609-40EA-AC95-36F442F406EE}" type="pres">
      <dgm:prSet presAssocID="{E6737D65-31E0-4729-89B7-010F870CBDD9}" presName="entireBox" presStyleLbl="node1" presStyleIdx="0" presStyleCnt="2"/>
      <dgm:spPr/>
    </dgm:pt>
    <dgm:pt modelId="{4B30354F-EE69-448F-9344-F6324832BFEF}" type="pres">
      <dgm:prSet presAssocID="{E6737D65-31E0-4729-89B7-010F870CBDD9}" presName="descendantBox" presStyleCnt="0"/>
      <dgm:spPr/>
    </dgm:pt>
    <dgm:pt modelId="{B60BED6C-4CD1-4CA7-861F-B910142F3910}" type="pres">
      <dgm:prSet presAssocID="{C0F63126-26CF-4102-9412-D5B9D2D11546}" presName="childTextBox" presStyleLbl="fgAccFollowNode1" presStyleIdx="0" presStyleCnt="3">
        <dgm:presLayoutVars>
          <dgm:bulletEnabled val="1"/>
        </dgm:presLayoutVars>
      </dgm:prSet>
      <dgm:spPr/>
    </dgm:pt>
    <dgm:pt modelId="{7E227D23-E2B1-4443-9D84-B3DAE7D80A5E}" type="pres">
      <dgm:prSet presAssocID="{5FBD5190-DB55-4456-9A1A-EBC4403E9233}" presName="childTextBox" presStyleLbl="fgAccFollowNode1" presStyleIdx="1" presStyleCnt="3">
        <dgm:presLayoutVars>
          <dgm:bulletEnabled val="1"/>
        </dgm:presLayoutVars>
      </dgm:prSet>
      <dgm:spPr/>
    </dgm:pt>
    <dgm:pt modelId="{CF60F68B-6503-4F05-A75A-4D6D079F662E}" type="pres">
      <dgm:prSet presAssocID="{300314F9-34D3-4903-9437-0D2A4622F8DA}" presName="childTextBox" presStyleLbl="fgAccFollowNode1" presStyleIdx="2" presStyleCnt="3">
        <dgm:presLayoutVars>
          <dgm:bulletEnabled val="1"/>
        </dgm:presLayoutVars>
      </dgm:prSet>
      <dgm:spPr/>
    </dgm:pt>
    <dgm:pt modelId="{14325FFF-038D-470C-957C-393584DFDC4F}" type="pres">
      <dgm:prSet presAssocID="{0309C3C8-AA88-4E42-85C4-893E1530BEAE}" presName="sp" presStyleCnt="0"/>
      <dgm:spPr/>
    </dgm:pt>
    <dgm:pt modelId="{8EC15B6B-986E-4843-A1B5-C46B844C1E0B}" type="pres">
      <dgm:prSet presAssocID="{A01838C5-B03D-441B-B833-C929ADB63EDD}" presName="arrowAndChildren" presStyleCnt="0"/>
      <dgm:spPr/>
    </dgm:pt>
    <dgm:pt modelId="{8F87DE59-CB76-4026-AF01-2D0BB102A57E}" type="pres">
      <dgm:prSet presAssocID="{A01838C5-B03D-441B-B833-C929ADB63EDD}" presName="parentTextArrow" presStyleLbl="node1" presStyleIdx="1" presStyleCnt="2"/>
      <dgm:spPr/>
    </dgm:pt>
  </dgm:ptLst>
  <dgm:cxnLst>
    <dgm:cxn modelId="{AB711C0F-363C-46D5-B74E-B7E7598022E3}" type="presOf" srcId="{E6737D65-31E0-4729-89B7-010F870CBDD9}" destId="{2D407DF0-66EB-48E2-831D-FF52E0EBCEC3}" srcOrd="0" destOrd="0" presId="urn:microsoft.com/office/officeart/2005/8/layout/process4"/>
    <dgm:cxn modelId="{7E4C5016-B614-4603-B908-0F60477E1B68}" type="presOf" srcId="{C0F63126-26CF-4102-9412-D5B9D2D11546}" destId="{B60BED6C-4CD1-4CA7-861F-B910142F3910}" srcOrd="0" destOrd="0" presId="urn:microsoft.com/office/officeart/2005/8/layout/process4"/>
    <dgm:cxn modelId="{A3C6A82E-C692-4272-BF83-469456368699}" srcId="{E6737D65-31E0-4729-89B7-010F870CBDD9}" destId="{5FBD5190-DB55-4456-9A1A-EBC4403E9233}" srcOrd="1" destOrd="0" parTransId="{40AF6CDD-865D-44B6-825A-E13830F1E04D}" sibTransId="{D737A089-15EB-4EB3-B1FD-15DB20AD9387}"/>
    <dgm:cxn modelId="{38A21238-32D4-4B46-B99F-3C9C9C546918}" srcId="{E6737D65-31E0-4729-89B7-010F870CBDD9}" destId="{C0F63126-26CF-4102-9412-D5B9D2D11546}" srcOrd="0" destOrd="0" parTransId="{55F68DC3-6767-4D4C-AFF4-1EAF29E8FE2A}" sibTransId="{EADD3936-6B59-4060-BB06-CD5F7964484D}"/>
    <dgm:cxn modelId="{7E5E076B-DF96-403B-95B8-5D6C1B4970F5}" type="presOf" srcId="{300314F9-34D3-4903-9437-0D2A4622F8DA}" destId="{CF60F68B-6503-4F05-A75A-4D6D079F662E}" srcOrd="0" destOrd="0" presId="urn:microsoft.com/office/officeart/2005/8/layout/process4"/>
    <dgm:cxn modelId="{A9CB954F-DDB9-40BB-9E19-0CFC67A319CE}" type="presOf" srcId="{5FBD5190-DB55-4456-9A1A-EBC4403E9233}" destId="{7E227D23-E2B1-4443-9D84-B3DAE7D80A5E}" srcOrd="0" destOrd="0" presId="urn:microsoft.com/office/officeart/2005/8/layout/process4"/>
    <dgm:cxn modelId="{B6564658-7587-4DB0-9CDD-1B43018D5834}" type="presOf" srcId="{A01838C5-B03D-441B-B833-C929ADB63EDD}" destId="{8F87DE59-CB76-4026-AF01-2D0BB102A57E}" srcOrd="0" destOrd="0" presId="urn:microsoft.com/office/officeart/2005/8/layout/process4"/>
    <dgm:cxn modelId="{20F0E57B-2DE6-42EA-8098-9F71963E74F0}" srcId="{35158F95-BFD6-43A9-8D1E-4D5249A874A7}" destId="{E6737D65-31E0-4729-89B7-010F870CBDD9}" srcOrd="1" destOrd="0" parTransId="{2B14A342-5AC2-446D-91C0-7ADA1D87D24A}" sibTransId="{D0295385-1FC9-4A0F-BF53-36DD52870C8E}"/>
    <dgm:cxn modelId="{8F937AC8-415D-4DCD-9592-43350A807079}" srcId="{35158F95-BFD6-43A9-8D1E-4D5249A874A7}" destId="{A01838C5-B03D-441B-B833-C929ADB63EDD}" srcOrd="0" destOrd="0" parTransId="{D8501368-4279-4D2B-BDD0-AEBCA5BCCE97}" sibTransId="{0309C3C8-AA88-4E42-85C4-893E1530BEAE}"/>
    <dgm:cxn modelId="{B8251CD3-F943-49D4-8335-098330FD6CE6}" srcId="{E6737D65-31E0-4729-89B7-010F870CBDD9}" destId="{300314F9-34D3-4903-9437-0D2A4622F8DA}" srcOrd="2" destOrd="0" parTransId="{D82CB1F2-AF75-47F7-899A-539CBF1802FC}" sibTransId="{53ABEB40-BF5D-4FA2-81CA-514FD0F7A3C8}"/>
    <dgm:cxn modelId="{7ADD94EF-52E2-46F5-BA29-06FE9FBBC97A}" type="presOf" srcId="{E6737D65-31E0-4729-89B7-010F870CBDD9}" destId="{FA931482-9609-40EA-AC95-36F442F406EE}" srcOrd="1" destOrd="0" presId="urn:microsoft.com/office/officeart/2005/8/layout/process4"/>
    <dgm:cxn modelId="{D6835AFF-943F-4ECE-9A49-9A53777B04DB}" type="presOf" srcId="{35158F95-BFD6-43A9-8D1E-4D5249A874A7}" destId="{D8723D8B-34FD-4BE9-9FAA-6D3747EACFEA}" srcOrd="0" destOrd="0" presId="urn:microsoft.com/office/officeart/2005/8/layout/process4"/>
    <dgm:cxn modelId="{124228F6-509A-456C-8910-E7FDD54A0364}" type="presParOf" srcId="{D8723D8B-34FD-4BE9-9FAA-6D3747EACFEA}" destId="{23E4D243-092A-40AE-8C6D-44771229A231}" srcOrd="0" destOrd="0" presId="urn:microsoft.com/office/officeart/2005/8/layout/process4"/>
    <dgm:cxn modelId="{FF25A897-5721-44DE-B5BE-71FE53BBEC64}" type="presParOf" srcId="{23E4D243-092A-40AE-8C6D-44771229A231}" destId="{2D407DF0-66EB-48E2-831D-FF52E0EBCEC3}" srcOrd="0" destOrd="0" presId="urn:microsoft.com/office/officeart/2005/8/layout/process4"/>
    <dgm:cxn modelId="{8E264FFE-DC5C-47CF-97FB-1D508D8A3DFD}" type="presParOf" srcId="{23E4D243-092A-40AE-8C6D-44771229A231}" destId="{FA931482-9609-40EA-AC95-36F442F406EE}" srcOrd="1" destOrd="0" presId="urn:microsoft.com/office/officeart/2005/8/layout/process4"/>
    <dgm:cxn modelId="{BC3F121E-16CB-4DCD-AB3E-903135B24689}" type="presParOf" srcId="{23E4D243-092A-40AE-8C6D-44771229A231}" destId="{4B30354F-EE69-448F-9344-F6324832BFEF}" srcOrd="2" destOrd="0" presId="urn:microsoft.com/office/officeart/2005/8/layout/process4"/>
    <dgm:cxn modelId="{CBD183D1-7B0B-48D2-AFD1-6386816128E2}" type="presParOf" srcId="{4B30354F-EE69-448F-9344-F6324832BFEF}" destId="{B60BED6C-4CD1-4CA7-861F-B910142F3910}" srcOrd="0" destOrd="0" presId="urn:microsoft.com/office/officeart/2005/8/layout/process4"/>
    <dgm:cxn modelId="{58031F88-265E-4747-8FC4-706803453703}" type="presParOf" srcId="{4B30354F-EE69-448F-9344-F6324832BFEF}" destId="{7E227D23-E2B1-4443-9D84-B3DAE7D80A5E}" srcOrd="1" destOrd="0" presId="urn:microsoft.com/office/officeart/2005/8/layout/process4"/>
    <dgm:cxn modelId="{F3771612-BFA8-416B-83C9-9C57A964A597}" type="presParOf" srcId="{4B30354F-EE69-448F-9344-F6324832BFEF}" destId="{CF60F68B-6503-4F05-A75A-4D6D079F662E}" srcOrd="2" destOrd="0" presId="urn:microsoft.com/office/officeart/2005/8/layout/process4"/>
    <dgm:cxn modelId="{A669D44B-4B1D-4E9C-905F-9ED246B3D095}" type="presParOf" srcId="{D8723D8B-34FD-4BE9-9FAA-6D3747EACFEA}" destId="{14325FFF-038D-470C-957C-393584DFDC4F}" srcOrd="1" destOrd="0" presId="urn:microsoft.com/office/officeart/2005/8/layout/process4"/>
    <dgm:cxn modelId="{CD2EB5B9-A156-4FBC-B5D9-8A3AA01B99CC}" type="presParOf" srcId="{D8723D8B-34FD-4BE9-9FAA-6D3747EACFEA}" destId="{8EC15B6B-986E-4843-A1B5-C46B844C1E0B}" srcOrd="2" destOrd="0" presId="urn:microsoft.com/office/officeart/2005/8/layout/process4"/>
    <dgm:cxn modelId="{CD859E71-95F5-4B0D-8D82-ECA95A7336A7}" type="presParOf" srcId="{8EC15B6B-986E-4843-A1B5-C46B844C1E0B}" destId="{8F87DE59-CB76-4026-AF01-2D0BB102A57E}"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98A8155-8330-4817-8DAE-89C4F90BF6A6}" type="doc">
      <dgm:prSet loTypeId="urn:microsoft.com/office/officeart/2016/7/layout/HorizontalActionList" loCatId="List" qsTypeId="urn:microsoft.com/office/officeart/2005/8/quickstyle/simple1" qsCatId="simple" csTypeId="urn:microsoft.com/office/officeart/2005/8/colors/accent1_2" csCatId="accent1"/>
      <dgm:spPr/>
      <dgm:t>
        <a:bodyPr/>
        <a:lstStyle/>
        <a:p>
          <a:endParaRPr lang="en-US"/>
        </a:p>
      </dgm:t>
    </dgm:pt>
    <dgm:pt modelId="{5F258CC2-13B1-4757-A013-08E73479FD0A}">
      <dgm:prSet/>
      <dgm:spPr/>
      <dgm:t>
        <a:bodyPr/>
        <a:lstStyle/>
        <a:p>
          <a:r>
            <a:rPr lang="en-US">
              <a:latin typeface="Cambria" panose="02040503050406030204" pitchFamily="18" charset="0"/>
              <a:ea typeface="Cambria" panose="02040503050406030204" pitchFamily="18" charset="0"/>
            </a:rPr>
            <a:t>Own</a:t>
          </a:r>
        </a:p>
      </dgm:t>
    </dgm:pt>
    <dgm:pt modelId="{4E977C0B-A870-4199-B1BB-28A4D866D012}" type="parTrans" cxnId="{15B521BC-39A2-4CCE-B722-43564F7B428B}">
      <dgm:prSet/>
      <dgm:spPr/>
      <dgm:t>
        <a:bodyPr/>
        <a:lstStyle/>
        <a:p>
          <a:endParaRPr lang="en-US"/>
        </a:p>
      </dgm:t>
    </dgm:pt>
    <dgm:pt modelId="{CB121C8C-76D1-448D-9836-3D94EDB77883}" type="sibTrans" cxnId="{15B521BC-39A2-4CCE-B722-43564F7B428B}">
      <dgm:prSet/>
      <dgm:spPr/>
      <dgm:t>
        <a:bodyPr/>
        <a:lstStyle/>
        <a:p>
          <a:endParaRPr lang="en-US"/>
        </a:p>
      </dgm:t>
    </dgm:pt>
    <dgm:pt modelId="{BB68261B-CCA6-44EF-8596-4E09AB0939D8}">
      <dgm:prSet/>
      <dgm:spPr/>
      <dgm:t>
        <a:bodyPr/>
        <a:lstStyle/>
        <a:p>
          <a:r>
            <a:rPr lang="en-US">
              <a:latin typeface="Cambria" panose="02040503050406030204" pitchFamily="18" charset="0"/>
              <a:ea typeface="Cambria" panose="02040503050406030204" pitchFamily="18" charset="0"/>
            </a:rPr>
            <a:t>Own the request</a:t>
          </a:r>
        </a:p>
      </dgm:t>
    </dgm:pt>
    <dgm:pt modelId="{07176578-C8C4-4C6C-A99E-64BA563D53B8}" type="parTrans" cxnId="{ED7CDEBC-A1BD-48F7-9FCB-86A77613BF23}">
      <dgm:prSet/>
      <dgm:spPr/>
      <dgm:t>
        <a:bodyPr/>
        <a:lstStyle/>
        <a:p>
          <a:endParaRPr lang="en-US"/>
        </a:p>
      </dgm:t>
    </dgm:pt>
    <dgm:pt modelId="{CD6DD9CE-5EF6-4D21-894C-0F650B4B6BA8}" type="sibTrans" cxnId="{ED7CDEBC-A1BD-48F7-9FCB-86A77613BF23}">
      <dgm:prSet/>
      <dgm:spPr/>
      <dgm:t>
        <a:bodyPr/>
        <a:lstStyle/>
        <a:p>
          <a:endParaRPr lang="en-US"/>
        </a:p>
      </dgm:t>
    </dgm:pt>
    <dgm:pt modelId="{8089C914-0224-4AD5-A6EE-E6254CE8FF9A}">
      <dgm:prSet/>
      <dgm:spPr/>
      <dgm:t>
        <a:bodyPr/>
        <a:lstStyle/>
        <a:p>
          <a:r>
            <a:rPr lang="en-US">
              <a:latin typeface="Cambria" panose="02040503050406030204" pitchFamily="18" charset="0"/>
              <a:ea typeface="Cambria" panose="02040503050406030204" pitchFamily="18" charset="0"/>
            </a:rPr>
            <a:t>Don’t shift</a:t>
          </a:r>
        </a:p>
      </dgm:t>
    </dgm:pt>
    <dgm:pt modelId="{1C9CD239-BDC3-4126-8ED6-09CE07391C65}" type="parTrans" cxnId="{E3AC09A1-482E-4695-8A67-BAA685F2879C}">
      <dgm:prSet/>
      <dgm:spPr/>
      <dgm:t>
        <a:bodyPr/>
        <a:lstStyle/>
        <a:p>
          <a:endParaRPr lang="en-US"/>
        </a:p>
      </dgm:t>
    </dgm:pt>
    <dgm:pt modelId="{7229121F-9342-4069-AC67-5F085A4C32D7}" type="sibTrans" cxnId="{E3AC09A1-482E-4695-8A67-BAA685F2879C}">
      <dgm:prSet/>
      <dgm:spPr/>
      <dgm:t>
        <a:bodyPr/>
        <a:lstStyle/>
        <a:p>
          <a:endParaRPr lang="en-US"/>
        </a:p>
      </dgm:t>
    </dgm:pt>
    <dgm:pt modelId="{FB1C3AC1-4FA0-4ACB-A362-2447D4BF0D26}">
      <dgm:prSet/>
      <dgm:spPr/>
      <dgm:t>
        <a:bodyPr/>
        <a:lstStyle/>
        <a:p>
          <a:r>
            <a:rPr lang="en-US">
              <a:latin typeface="Cambria" panose="02040503050406030204" pitchFamily="18" charset="0"/>
              <a:ea typeface="Cambria" panose="02040503050406030204" pitchFamily="18" charset="0"/>
            </a:rPr>
            <a:t>Don’t shift blame to others</a:t>
          </a:r>
        </a:p>
      </dgm:t>
    </dgm:pt>
    <dgm:pt modelId="{B739A71D-8B23-427F-9081-C636FFE193EF}" type="parTrans" cxnId="{D028B160-DAFC-4404-859B-A0C9FC55E1FB}">
      <dgm:prSet/>
      <dgm:spPr/>
      <dgm:t>
        <a:bodyPr/>
        <a:lstStyle/>
        <a:p>
          <a:endParaRPr lang="en-US"/>
        </a:p>
      </dgm:t>
    </dgm:pt>
    <dgm:pt modelId="{3DBB19A2-F6C9-4720-8DB6-8C7505340584}" type="sibTrans" cxnId="{D028B160-DAFC-4404-859B-A0C9FC55E1FB}">
      <dgm:prSet/>
      <dgm:spPr/>
      <dgm:t>
        <a:bodyPr/>
        <a:lstStyle/>
        <a:p>
          <a:endParaRPr lang="en-US"/>
        </a:p>
      </dgm:t>
    </dgm:pt>
    <dgm:pt modelId="{5F289037-E8E2-47C9-A1C2-4A279E9487F4}">
      <dgm:prSet/>
      <dgm:spPr/>
      <dgm:t>
        <a:bodyPr/>
        <a:lstStyle/>
        <a:p>
          <a:r>
            <a:rPr lang="en-US">
              <a:latin typeface="Cambria" panose="02040503050406030204" pitchFamily="18" charset="0"/>
              <a:ea typeface="Cambria" panose="02040503050406030204" pitchFamily="18" charset="0"/>
            </a:rPr>
            <a:t>Focus on</a:t>
          </a:r>
        </a:p>
      </dgm:t>
    </dgm:pt>
    <dgm:pt modelId="{F0550053-2E36-4CCB-A3E7-9FB7120283F0}" type="parTrans" cxnId="{78535A9B-CEEF-4DF6-B444-4BDD32220752}">
      <dgm:prSet/>
      <dgm:spPr/>
      <dgm:t>
        <a:bodyPr/>
        <a:lstStyle/>
        <a:p>
          <a:endParaRPr lang="en-US"/>
        </a:p>
      </dgm:t>
    </dgm:pt>
    <dgm:pt modelId="{39DA4C4B-1F7A-4FA9-BCE5-CB1529AEBEC6}" type="sibTrans" cxnId="{78535A9B-CEEF-4DF6-B444-4BDD32220752}">
      <dgm:prSet/>
      <dgm:spPr/>
      <dgm:t>
        <a:bodyPr/>
        <a:lstStyle/>
        <a:p>
          <a:endParaRPr lang="en-US"/>
        </a:p>
      </dgm:t>
    </dgm:pt>
    <dgm:pt modelId="{1CC0C7D7-B275-4201-8F28-88B5E22E00FD}">
      <dgm:prSet/>
      <dgm:spPr/>
      <dgm:t>
        <a:bodyPr/>
        <a:lstStyle/>
        <a:p>
          <a:r>
            <a:rPr lang="en-US">
              <a:latin typeface="Cambria" panose="02040503050406030204" pitchFamily="18" charset="0"/>
              <a:ea typeface="Cambria" panose="02040503050406030204" pitchFamily="18" charset="0"/>
            </a:rPr>
            <a:t>Focus on the solution, </a:t>
          </a:r>
          <a:br>
            <a:rPr lang="en-US">
              <a:latin typeface="Cambria" panose="02040503050406030204" pitchFamily="18" charset="0"/>
              <a:ea typeface="Cambria" panose="02040503050406030204" pitchFamily="18" charset="0"/>
            </a:rPr>
          </a:br>
          <a:r>
            <a:rPr lang="en-US">
              <a:latin typeface="Cambria" panose="02040503050406030204" pitchFamily="18" charset="0"/>
              <a:ea typeface="Cambria" panose="02040503050406030204" pitchFamily="18" charset="0"/>
            </a:rPr>
            <a:t>not the cause</a:t>
          </a:r>
        </a:p>
      </dgm:t>
    </dgm:pt>
    <dgm:pt modelId="{10F65E8D-5687-41D5-920B-F8164DA9BC85}" type="parTrans" cxnId="{B2820816-47B6-4099-B2B5-833137814EB8}">
      <dgm:prSet/>
      <dgm:spPr/>
      <dgm:t>
        <a:bodyPr/>
        <a:lstStyle/>
        <a:p>
          <a:endParaRPr lang="en-US"/>
        </a:p>
      </dgm:t>
    </dgm:pt>
    <dgm:pt modelId="{56D09894-06E2-4C0A-98CF-6E4953412B78}" type="sibTrans" cxnId="{B2820816-47B6-4099-B2B5-833137814EB8}">
      <dgm:prSet/>
      <dgm:spPr/>
      <dgm:t>
        <a:bodyPr/>
        <a:lstStyle/>
        <a:p>
          <a:endParaRPr lang="en-US"/>
        </a:p>
      </dgm:t>
    </dgm:pt>
    <dgm:pt modelId="{15EE0652-A5FA-4EFD-BCF9-4ED1FEE1FF3E}">
      <dgm:prSet/>
      <dgm:spPr/>
      <dgm:t>
        <a:bodyPr/>
        <a:lstStyle/>
        <a:p>
          <a:r>
            <a:rPr lang="en-US">
              <a:latin typeface="Cambria" panose="02040503050406030204" pitchFamily="18" charset="0"/>
              <a:ea typeface="Cambria" panose="02040503050406030204" pitchFamily="18" charset="0"/>
            </a:rPr>
            <a:t>Be</a:t>
          </a:r>
        </a:p>
      </dgm:t>
    </dgm:pt>
    <dgm:pt modelId="{08F3FA35-9AE3-4AD8-B786-7F3458904B33}" type="parTrans" cxnId="{B4AA43DD-B0E2-4314-9A6F-89399D5FC8F2}">
      <dgm:prSet/>
      <dgm:spPr/>
      <dgm:t>
        <a:bodyPr/>
        <a:lstStyle/>
        <a:p>
          <a:endParaRPr lang="en-US"/>
        </a:p>
      </dgm:t>
    </dgm:pt>
    <dgm:pt modelId="{B60ACF41-04BA-4D65-A7A8-81FA1A74C075}" type="sibTrans" cxnId="{B4AA43DD-B0E2-4314-9A6F-89399D5FC8F2}">
      <dgm:prSet/>
      <dgm:spPr/>
      <dgm:t>
        <a:bodyPr/>
        <a:lstStyle/>
        <a:p>
          <a:endParaRPr lang="en-US"/>
        </a:p>
      </dgm:t>
    </dgm:pt>
    <dgm:pt modelId="{261D1BC4-D165-43B5-9D1E-0C23DC743C95}">
      <dgm:prSet/>
      <dgm:spPr/>
      <dgm:t>
        <a:bodyPr/>
        <a:lstStyle/>
        <a:p>
          <a:r>
            <a:rPr lang="en-US">
              <a:latin typeface="Cambria" panose="02040503050406030204" pitchFamily="18" charset="0"/>
              <a:ea typeface="Cambria" panose="02040503050406030204" pitchFamily="18" charset="0"/>
            </a:rPr>
            <a:t>Be personally accountable </a:t>
          </a:r>
          <a:br>
            <a:rPr lang="en-US">
              <a:latin typeface="Cambria" panose="02040503050406030204" pitchFamily="18" charset="0"/>
              <a:ea typeface="Cambria" panose="02040503050406030204" pitchFamily="18" charset="0"/>
            </a:rPr>
          </a:br>
          <a:r>
            <a:rPr lang="en-US">
              <a:latin typeface="Cambria" panose="02040503050406030204" pitchFamily="18" charset="0"/>
              <a:ea typeface="Cambria" panose="02040503050406030204" pitchFamily="18" charset="0"/>
            </a:rPr>
            <a:t>for results</a:t>
          </a:r>
        </a:p>
      </dgm:t>
    </dgm:pt>
    <dgm:pt modelId="{7940819B-7FC3-4335-AB0F-DEDDDCC14CA7}" type="parTrans" cxnId="{CFB2321A-F195-4B4A-82E3-4027481C2B47}">
      <dgm:prSet/>
      <dgm:spPr/>
      <dgm:t>
        <a:bodyPr/>
        <a:lstStyle/>
        <a:p>
          <a:endParaRPr lang="en-US"/>
        </a:p>
      </dgm:t>
    </dgm:pt>
    <dgm:pt modelId="{D088BD32-BC12-43CE-A2B0-0E85923DCBC0}" type="sibTrans" cxnId="{CFB2321A-F195-4B4A-82E3-4027481C2B47}">
      <dgm:prSet/>
      <dgm:spPr/>
      <dgm:t>
        <a:bodyPr/>
        <a:lstStyle/>
        <a:p>
          <a:endParaRPr lang="en-US"/>
        </a:p>
      </dgm:t>
    </dgm:pt>
    <dgm:pt modelId="{81DDB612-2C09-4283-9D5B-C9BC5204CD98}" type="pres">
      <dgm:prSet presAssocID="{298A8155-8330-4817-8DAE-89C4F90BF6A6}" presName="Name0" presStyleCnt="0">
        <dgm:presLayoutVars>
          <dgm:dir/>
          <dgm:animLvl val="lvl"/>
          <dgm:resizeHandles val="exact"/>
        </dgm:presLayoutVars>
      </dgm:prSet>
      <dgm:spPr/>
    </dgm:pt>
    <dgm:pt modelId="{B17EA82A-A817-4C66-A7A9-6991AFC699DD}" type="pres">
      <dgm:prSet presAssocID="{5F258CC2-13B1-4757-A013-08E73479FD0A}" presName="composite" presStyleCnt="0"/>
      <dgm:spPr/>
    </dgm:pt>
    <dgm:pt modelId="{6B96BF3A-B82B-4C2A-8F23-515E11F9A413}" type="pres">
      <dgm:prSet presAssocID="{5F258CC2-13B1-4757-A013-08E73479FD0A}" presName="parTx" presStyleLbl="alignNode1" presStyleIdx="0" presStyleCnt="4">
        <dgm:presLayoutVars>
          <dgm:chMax val="0"/>
          <dgm:chPref val="0"/>
        </dgm:presLayoutVars>
      </dgm:prSet>
      <dgm:spPr/>
    </dgm:pt>
    <dgm:pt modelId="{7A80E479-F9C6-459A-8526-FBB1C42F973D}" type="pres">
      <dgm:prSet presAssocID="{5F258CC2-13B1-4757-A013-08E73479FD0A}" presName="desTx" presStyleLbl="alignAccFollowNode1" presStyleIdx="0" presStyleCnt="4">
        <dgm:presLayoutVars/>
      </dgm:prSet>
      <dgm:spPr/>
    </dgm:pt>
    <dgm:pt modelId="{17E47FA0-2FF2-4634-B360-6479ED66DBE6}" type="pres">
      <dgm:prSet presAssocID="{CB121C8C-76D1-448D-9836-3D94EDB77883}" presName="space" presStyleCnt="0"/>
      <dgm:spPr/>
    </dgm:pt>
    <dgm:pt modelId="{9B7051D1-AA63-4C44-9A0A-724BB6F818C1}" type="pres">
      <dgm:prSet presAssocID="{8089C914-0224-4AD5-A6EE-E6254CE8FF9A}" presName="composite" presStyleCnt="0"/>
      <dgm:spPr/>
    </dgm:pt>
    <dgm:pt modelId="{2D66DEEE-ACF9-4E4C-B64C-444EB2138736}" type="pres">
      <dgm:prSet presAssocID="{8089C914-0224-4AD5-A6EE-E6254CE8FF9A}" presName="parTx" presStyleLbl="alignNode1" presStyleIdx="1" presStyleCnt="4">
        <dgm:presLayoutVars>
          <dgm:chMax val="0"/>
          <dgm:chPref val="0"/>
        </dgm:presLayoutVars>
      </dgm:prSet>
      <dgm:spPr/>
    </dgm:pt>
    <dgm:pt modelId="{AC8A6A61-E49A-4FEE-BA7C-49B44B77189E}" type="pres">
      <dgm:prSet presAssocID="{8089C914-0224-4AD5-A6EE-E6254CE8FF9A}" presName="desTx" presStyleLbl="alignAccFollowNode1" presStyleIdx="1" presStyleCnt="4">
        <dgm:presLayoutVars/>
      </dgm:prSet>
      <dgm:spPr/>
    </dgm:pt>
    <dgm:pt modelId="{A989B6C2-28E1-474F-A2DD-3162B9A15DE0}" type="pres">
      <dgm:prSet presAssocID="{7229121F-9342-4069-AC67-5F085A4C32D7}" presName="space" presStyleCnt="0"/>
      <dgm:spPr/>
    </dgm:pt>
    <dgm:pt modelId="{FD836F04-4743-4310-9E6D-316C2AA04D09}" type="pres">
      <dgm:prSet presAssocID="{5F289037-E8E2-47C9-A1C2-4A279E9487F4}" presName="composite" presStyleCnt="0"/>
      <dgm:spPr/>
    </dgm:pt>
    <dgm:pt modelId="{58096FF6-5F08-4537-8768-74ADEAC4CE1C}" type="pres">
      <dgm:prSet presAssocID="{5F289037-E8E2-47C9-A1C2-4A279E9487F4}" presName="parTx" presStyleLbl="alignNode1" presStyleIdx="2" presStyleCnt="4">
        <dgm:presLayoutVars>
          <dgm:chMax val="0"/>
          <dgm:chPref val="0"/>
        </dgm:presLayoutVars>
      </dgm:prSet>
      <dgm:spPr/>
    </dgm:pt>
    <dgm:pt modelId="{D9DDE8B8-C904-4FBA-A39E-51DB969AC8BB}" type="pres">
      <dgm:prSet presAssocID="{5F289037-E8E2-47C9-A1C2-4A279E9487F4}" presName="desTx" presStyleLbl="alignAccFollowNode1" presStyleIdx="2" presStyleCnt="4">
        <dgm:presLayoutVars/>
      </dgm:prSet>
      <dgm:spPr/>
    </dgm:pt>
    <dgm:pt modelId="{9BD9E2F7-96BD-4E77-8C68-31761F9A5842}" type="pres">
      <dgm:prSet presAssocID="{39DA4C4B-1F7A-4FA9-BCE5-CB1529AEBEC6}" presName="space" presStyleCnt="0"/>
      <dgm:spPr/>
    </dgm:pt>
    <dgm:pt modelId="{D5F1D859-F525-41F5-A5D2-E35A21D4EE75}" type="pres">
      <dgm:prSet presAssocID="{15EE0652-A5FA-4EFD-BCF9-4ED1FEE1FF3E}" presName="composite" presStyleCnt="0"/>
      <dgm:spPr/>
    </dgm:pt>
    <dgm:pt modelId="{AF2D6672-57D9-411A-AC5C-02948BBBC7F1}" type="pres">
      <dgm:prSet presAssocID="{15EE0652-A5FA-4EFD-BCF9-4ED1FEE1FF3E}" presName="parTx" presStyleLbl="alignNode1" presStyleIdx="3" presStyleCnt="4">
        <dgm:presLayoutVars>
          <dgm:chMax val="0"/>
          <dgm:chPref val="0"/>
        </dgm:presLayoutVars>
      </dgm:prSet>
      <dgm:spPr/>
    </dgm:pt>
    <dgm:pt modelId="{3BA9D84A-11A3-4337-909E-2A022B86ED7B}" type="pres">
      <dgm:prSet presAssocID="{15EE0652-A5FA-4EFD-BCF9-4ED1FEE1FF3E}" presName="desTx" presStyleLbl="alignAccFollowNode1" presStyleIdx="3" presStyleCnt="4">
        <dgm:presLayoutVars/>
      </dgm:prSet>
      <dgm:spPr/>
    </dgm:pt>
  </dgm:ptLst>
  <dgm:cxnLst>
    <dgm:cxn modelId="{B2820816-47B6-4099-B2B5-833137814EB8}" srcId="{5F289037-E8E2-47C9-A1C2-4A279E9487F4}" destId="{1CC0C7D7-B275-4201-8F28-88B5E22E00FD}" srcOrd="0" destOrd="0" parTransId="{10F65E8D-5687-41D5-920B-F8164DA9BC85}" sibTransId="{56D09894-06E2-4C0A-98CF-6E4953412B78}"/>
    <dgm:cxn modelId="{2B7D3216-716A-4E28-9274-009604EE0DE3}" type="presOf" srcId="{BB68261B-CCA6-44EF-8596-4E09AB0939D8}" destId="{7A80E479-F9C6-459A-8526-FBB1C42F973D}" srcOrd="0" destOrd="0" presId="urn:microsoft.com/office/officeart/2016/7/layout/HorizontalActionList"/>
    <dgm:cxn modelId="{C9921B19-23E7-4995-87AD-FDF6F33F4B86}" type="presOf" srcId="{5F258CC2-13B1-4757-A013-08E73479FD0A}" destId="{6B96BF3A-B82B-4C2A-8F23-515E11F9A413}" srcOrd="0" destOrd="0" presId="urn:microsoft.com/office/officeart/2016/7/layout/HorizontalActionList"/>
    <dgm:cxn modelId="{CFB2321A-F195-4B4A-82E3-4027481C2B47}" srcId="{15EE0652-A5FA-4EFD-BCF9-4ED1FEE1FF3E}" destId="{261D1BC4-D165-43B5-9D1E-0C23DC743C95}" srcOrd="0" destOrd="0" parTransId="{7940819B-7FC3-4335-AB0F-DEDDDCC14CA7}" sibTransId="{D088BD32-BC12-43CE-A2B0-0E85923DCBC0}"/>
    <dgm:cxn modelId="{9F318360-9A27-4EE7-88C3-8842E68366FB}" type="presOf" srcId="{298A8155-8330-4817-8DAE-89C4F90BF6A6}" destId="{81DDB612-2C09-4283-9D5B-C9BC5204CD98}" srcOrd="0" destOrd="0" presId="urn:microsoft.com/office/officeart/2016/7/layout/HorizontalActionList"/>
    <dgm:cxn modelId="{D028B160-DAFC-4404-859B-A0C9FC55E1FB}" srcId="{8089C914-0224-4AD5-A6EE-E6254CE8FF9A}" destId="{FB1C3AC1-4FA0-4ACB-A362-2447D4BF0D26}" srcOrd="0" destOrd="0" parTransId="{B739A71D-8B23-427F-9081-C636FFE193EF}" sibTransId="{3DBB19A2-F6C9-4720-8DB6-8C7505340584}"/>
    <dgm:cxn modelId="{584DCE65-1B73-4CA8-B2AD-2913ABF01FF9}" type="presOf" srcId="{261D1BC4-D165-43B5-9D1E-0C23DC743C95}" destId="{3BA9D84A-11A3-4337-909E-2A022B86ED7B}" srcOrd="0" destOrd="0" presId="urn:microsoft.com/office/officeart/2016/7/layout/HorizontalActionList"/>
    <dgm:cxn modelId="{9ED6A167-8415-42FA-A890-D231527721E3}" type="presOf" srcId="{5F289037-E8E2-47C9-A1C2-4A279E9487F4}" destId="{58096FF6-5F08-4537-8768-74ADEAC4CE1C}" srcOrd="0" destOrd="0" presId="urn:microsoft.com/office/officeart/2016/7/layout/HorizontalActionList"/>
    <dgm:cxn modelId="{C3547F68-1C47-441E-B403-B7B8CDF5E111}" type="presOf" srcId="{1CC0C7D7-B275-4201-8F28-88B5E22E00FD}" destId="{D9DDE8B8-C904-4FBA-A39E-51DB969AC8BB}" srcOrd="0" destOrd="0" presId="urn:microsoft.com/office/officeart/2016/7/layout/HorizontalActionList"/>
    <dgm:cxn modelId="{9D8F186E-BD74-42D2-B779-300715B754FA}" type="presOf" srcId="{15EE0652-A5FA-4EFD-BCF9-4ED1FEE1FF3E}" destId="{AF2D6672-57D9-411A-AC5C-02948BBBC7F1}" srcOrd="0" destOrd="0" presId="urn:microsoft.com/office/officeart/2016/7/layout/HorizontalActionList"/>
    <dgm:cxn modelId="{78535A9B-CEEF-4DF6-B444-4BDD32220752}" srcId="{298A8155-8330-4817-8DAE-89C4F90BF6A6}" destId="{5F289037-E8E2-47C9-A1C2-4A279E9487F4}" srcOrd="2" destOrd="0" parTransId="{F0550053-2E36-4CCB-A3E7-9FB7120283F0}" sibTransId="{39DA4C4B-1F7A-4FA9-BCE5-CB1529AEBEC6}"/>
    <dgm:cxn modelId="{E3AC09A1-482E-4695-8A67-BAA685F2879C}" srcId="{298A8155-8330-4817-8DAE-89C4F90BF6A6}" destId="{8089C914-0224-4AD5-A6EE-E6254CE8FF9A}" srcOrd="1" destOrd="0" parTransId="{1C9CD239-BDC3-4126-8ED6-09CE07391C65}" sibTransId="{7229121F-9342-4069-AC67-5F085A4C32D7}"/>
    <dgm:cxn modelId="{15B521BC-39A2-4CCE-B722-43564F7B428B}" srcId="{298A8155-8330-4817-8DAE-89C4F90BF6A6}" destId="{5F258CC2-13B1-4757-A013-08E73479FD0A}" srcOrd="0" destOrd="0" parTransId="{4E977C0B-A870-4199-B1BB-28A4D866D012}" sibTransId="{CB121C8C-76D1-448D-9836-3D94EDB77883}"/>
    <dgm:cxn modelId="{ED7CDEBC-A1BD-48F7-9FCB-86A77613BF23}" srcId="{5F258CC2-13B1-4757-A013-08E73479FD0A}" destId="{BB68261B-CCA6-44EF-8596-4E09AB0939D8}" srcOrd="0" destOrd="0" parTransId="{07176578-C8C4-4C6C-A99E-64BA563D53B8}" sibTransId="{CD6DD9CE-5EF6-4D21-894C-0F650B4B6BA8}"/>
    <dgm:cxn modelId="{A9281BCB-DD50-4BA0-B787-A0A131814633}" type="presOf" srcId="{FB1C3AC1-4FA0-4ACB-A362-2447D4BF0D26}" destId="{AC8A6A61-E49A-4FEE-BA7C-49B44B77189E}" srcOrd="0" destOrd="0" presId="urn:microsoft.com/office/officeart/2016/7/layout/HorizontalActionList"/>
    <dgm:cxn modelId="{B4AA43DD-B0E2-4314-9A6F-89399D5FC8F2}" srcId="{298A8155-8330-4817-8DAE-89C4F90BF6A6}" destId="{15EE0652-A5FA-4EFD-BCF9-4ED1FEE1FF3E}" srcOrd="3" destOrd="0" parTransId="{08F3FA35-9AE3-4AD8-B786-7F3458904B33}" sibTransId="{B60ACF41-04BA-4D65-A7A8-81FA1A74C075}"/>
    <dgm:cxn modelId="{EC9FCFF8-BE7F-488B-88F8-FDF817C083BB}" type="presOf" srcId="{8089C914-0224-4AD5-A6EE-E6254CE8FF9A}" destId="{2D66DEEE-ACF9-4E4C-B64C-444EB2138736}" srcOrd="0" destOrd="0" presId="urn:microsoft.com/office/officeart/2016/7/layout/HorizontalActionList"/>
    <dgm:cxn modelId="{97E50E3F-8063-42D2-A93A-0D1D7B30F066}" type="presParOf" srcId="{81DDB612-2C09-4283-9D5B-C9BC5204CD98}" destId="{B17EA82A-A817-4C66-A7A9-6991AFC699DD}" srcOrd="0" destOrd="0" presId="urn:microsoft.com/office/officeart/2016/7/layout/HorizontalActionList"/>
    <dgm:cxn modelId="{3BA5B4DB-B278-410F-85F5-2E354B8F2F22}" type="presParOf" srcId="{B17EA82A-A817-4C66-A7A9-6991AFC699DD}" destId="{6B96BF3A-B82B-4C2A-8F23-515E11F9A413}" srcOrd="0" destOrd="0" presId="urn:microsoft.com/office/officeart/2016/7/layout/HorizontalActionList"/>
    <dgm:cxn modelId="{32EBA21D-C76B-4B28-B7DC-78A3DA4CE189}" type="presParOf" srcId="{B17EA82A-A817-4C66-A7A9-6991AFC699DD}" destId="{7A80E479-F9C6-459A-8526-FBB1C42F973D}" srcOrd="1" destOrd="0" presId="urn:microsoft.com/office/officeart/2016/7/layout/HorizontalActionList"/>
    <dgm:cxn modelId="{81479375-B526-49A6-A764-4DEF2D9572F5}" type="presParOf" srcId="{81DDB612-2C09-4283-9D5B-C9BC5204CD98}" destId="{17E47FA0-2FF2-4634-B360-6479ED66DBE6}" srcOrd="1" destOrd="0" presId="urn:microsoft.com/office/officeart/2016/7/layout/HorizontalActionList"/>
    <dgm:cxn modelId="{FADBC8E2-8DEB-4AF4-AB52-B3410158E64D}" type="presParOf" srcId="{81DDB612-2C09-4283-9D5B-C9BC5204CD98}" destId="{9B7051D1-AA63-4C44-9A0A-724BB6F818C1}" srcOrd="2" destOrd="0" presId="urn:microsoft.com/office/officeart/2016/7/layout/HorizontalActionList"/>
    <dgm:cxn modelId="{E07D2091-6C35-47A6-897D-373A6F4FC76C}" type="presParOf" srcId="{9B7051D1-AA63-4C44-9A0A-724BB6F818C1}" destId="{2D66DEEE-ACF9-4E4C-B64C-444EB2138736}" srcOrd="0" destOrd="0" presId="urn:microsoft.com/office/officeart/2016/7/layout/HorizontalActionList"/>
    <dgm:cxn modelId="{A706FE6D-90CE-43E2-8F66-7B6DF1C82A8C}" type="presParOf" srcId="{9B7051D1-AA63-4C44-9A0A-724BB6F818C1}" destId="{AC8A6A61-E49A-4FEE-BA7C-49B44B77189E}" srcOrd="1" destOrd="0" presId="urn:microsoft.com/office/officeart/2016/7/layout/HorizontalActionList"/>
    <dgm:cxn modelId="{81954DBB-9DC0-413E-AD3B-27BE2193E5C9}" type="presParOf" srcId="{81DDB612-2C09-4283-9D5B-C9BC5204CD98}" destId="{A989B6C2-28E1-474F-A2DD-3162B9A15DE0}" srcOrd="3" destOrd="0" presId="urn:microsoft.com/office/officeart/2016/7/layout/HorizontalActionList"/>
    <dgm:cxn modelId="{40204CDE-7651-4D7D-B60D-3290B45B88E6}" type="presParOf" srcId="{81DDB612-2C09-4283-9D5B-C9BC5204CD98}" destId="{FD836F04-4743-4310-9E6D-316C2AA04D09}" srcOrd="4" destOrd="0" presId="urn:microsoft.com/office/officeart/2016/7/layout/HorizontalActionList"/>
    <dgm:cxn modelId="{78B9BF80-2A61-4D33-9D6E-34B2904CB360}" type="presParOf" srcId="{FD836F04-4743-4310-9E6D-316C2AA04D09}" destId="{58096FF6-5F08-4537-8768-74ADEAC4CE1C}" srcOrd="0" destOrd="0" presId="urn:microsoft.com/office/officeart/2016/7/layout/HorizontalActionList"/>
    <dgm:cxn modelId="{6F60B068-FE60-4C2A-AB11-843DD58CCF1C}" type="presParOf" srcId="{FD836F04-4743-4310-9E6D-316C2AA04D09}" destId="{D9DDE8B8-C904-4FBA-A39E-51DB969AC8BB}" srcOrd="1" destOrd="0" presId="urn:microsoft.com/office/officeart/2016/7/layout/HorizontalActionList"/>
    <dgm:cxn modelId="{E922B1FE-E2EC-46EA-8B29-43CD764A13D3}" type="presParOf" srcId="{81DDB612-2C09-4283-9D5B-C9BC5204CD98}" destId="{9BD9E2F7-96BD-4E77-8C68-31761F9A5842}" srcOrd="5" destOrd="0" presId="urn:microsoft.com/office/officeart/2016/7/layout/HorizontalActionList"/>
    <dgm:cxn modelId="{8C21143F-A3DE-44BF-9C50-5736B0329192}" type="presParOf" srcId="{81DDB612-2C09-4283-9D5B-C9BC5204CD98}" destId="{D5F1D859-F525-41F5-A5D2-E35A21D4EE75}" srcOrd="6" destOrd="0" presId="urn:microsoft.com/office/officeart/2016/7/layout/HorizontalActionList"/>
    <dgm:cxn modelId="{A33EB358-66F5-4E67-B720-0C722D1A1F17}" type="presParOf" srcId="{D5F1D859-F525-41F5-A5D2-E35A21D4EE75}" destId="{AF2D6672-57D9-411A-AC5C-02948BBBC7F1}" srcOrd="0" destOrd="0" presId="urn:microsoft.com/office/officeart/2016/7/layout/HorizontalActionList"/>
    <dgm:cxn modelId="{EA523366-9E32-43BA-9C83-6DC18A1B9030}" type="presParOf" srcId="{D5F1D859-F525-41F5-A5D2-E35A21D4EE75}" destId="{3BA9D84A-11A3-4337-909E-2A022B86ED7B}" srcOrd="1" destOrd="0" presId="urn:microsoft.com/office/officeart/2016/7/layout/Horizontal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B858328-1D28-4B37-AE63-377A6747E812}" type="doc">
      <dgm:prSet loTypeId="urn:microsoft.com/office/officeart/2008/layout/LinedList" loCatId="list" qsTypeId="urn:microsoft.com/office/officeart/2005/8/quickstyle/simple4" qsCatId="simple" csTypeId="urn:microsoft.com/office/officeart/2005/8/colors/colorful2" csCatId="colorful" phldr="1"/>
      <dgm:spPr/>
      <dgm:t>
        <a:bodyPr/>
        <a:lstStyle/>
        <a:p>
          <a:endParaRPr lang="en-US"/>
        </a:p>
      </dgm:t>
    </dgm:pt>
    <dgm:pt modelId="{9AC3F059-6892-4777-AD89-00D6D07D65E7}">
      <dgm:prSet/>
      <dgm:spPr/>
      <dgm:t>
        <a:bodyPr/>
        <a:lstStyle/>
        <a:p>
          <a:r>
            <a:rPr lang="en-US"/>
            <a:t>I hold myself accountable</a:t>
          </a:r>
          <a:endParaRPr lang="en-US" dirty="0"/>
        </a:p>
      </dgm:t>
    </dgm:pt>
    <dgm:pt modelId="{42B68903-25C0-48DA-AD41-01ADC75853C6}" type="parTrans" cxnId="{AE7F817F-305F-4673-A19F-23C3C8AD98A2}">
      <dgm:prSet/>
      <dgm:spPr/>
      <dgm:t>
        <a:bodyPr/>
        <a:lstStyle/>
        <a:p>
          <a:endParaRPr lang="en-US"/>
        </a:p>
      </dgm:t>
    </dgm:pt>
    <dgm:pt modelId="{71F06166-08F6-4A08-865A-F7A3D6ADC933}" type="sibTrans" cxnId="{AE7F817F-305F-4673-A19F-23C3C8AD98A2}">
      <dgm:prSet/>
      <dgm:spPr/>
      <dgm:t>
        <a:bodyPr/>
        <a:lstStyle/>
        <a:p>
          <a:endParaRPr lang="en-US"/>
        </a:p>
      </dgm:t>
    </dgm:pt>
    <dgm:pt modelId="{E37BF0A5-E359-480C-B3D0-22CEC210EAD3}">
      <dgm:prSet/>
      <dgm:spPr/>
      <dgm:t>
        <a:bodyPr/>
        <a:lstStyle/>
        <a:p>
          <a:r>
            <a:rPr lang="en-US"/>
            <a:t>I am a positive role model</a:t>
          </a:r>
          <a:endParaRPr lang="en-US" dirty="0"/>
        </a:p>
      </dgm:t>
    </dgm:pt>
    <dgm:pt modelId="{AF0BD3A3-EB0D-48A4-A584-98F21C253A1D}" type="parTrans" cxnId="{4A3B7A29-8BD9-45DC-83E1-0F60EDACE140}">
      <dgm:prSet/>
      <dgm:spPr/>
      <dgm:t>
        <a:bodyPr/>
        <a:lstStyle/>
        <a:p>
          <a:endParaRPr lang="en-US"/>
        </a:p>
      </dgm:t>
    </dgm:pt>
    <dgm:pt modelId="{FD19238B-B755-4DD6-9DB3-94C77BCB6FDA}" type="sibTrans" cxnId="{4A3B7A29-8BD9-45DC-83E1-0F60EDACE140}">
      <dgm:prSet/>
      <dgm:spPr/>
      <dgm:t>
        <a:bodyPr/>
        <a:lstStyle/>
        <a:p>
          <a:endParaRPr lang="en-US"/>
        </a:p>
      </dgm:t>
    </dgm:pt>
    <dgm:pt modelId="{C67359A0-E92E-4340-9B0F-F5C1A928F9A0}">
      <dgm:prSet/>
      <dgm:spPr/>
      <dgm:t>
        <a:bodyPr/>
        <a:lstStyle/>
        <a:p>
          <a:r>
            <a:rPr lang="en-US"/>
            <a:t>I am a leader</a:t>
          </a:r>
          <a:endParaRPr lang="en-US" dirty="0"/>
        </a:p>
      </dgm:t>
    </dgm:pt>
    <dgm:pt modelId="{F552C572-6FC1-45B8-89CE-11FDC43E31CF}" type="parTrans" cxnId="{7E54B6F5-9F9C-47C2-93E2-635CC3D31E62}">
      <dgm:prSet/>
      <dgm:spPr/>
      <dgm:t>
        <a:bodyPr/>
        <a:lstStyle/>
        <a:p>
          <a:endParaRPr lang="en-US"/>
        </a:p>
      </dgm:t>
    </dgm:pt>
    <dgm:pt modelId="{E1897A2B-D462-4E56-8309-6754B83ED57C}" type="sibTrans" cxnId="{7E54B6F5-9F9C-47C2-93E2-635CC3D31E62}">
      <dgm:prSet/>
      <dgm:spPr/>
      <dgm:t>
        <a:bodyPr/>
        <a:lstStyle/>
        <a:p>
          <a:endParaRPr lang="en-US"/>
        </a:p>
      </dgm:t>
    </dgm:pt>
    <dgm:pt modelId="{319DA6A1-7A81-423B-A936-9C9A1EC80ADD}" type="pres">
      <dgm:prSet presAssocID="{AB858328-1D28-4B37-AE63-377A6747E812}" presName="vert0" presStyleCnt="0">
        <dgm:presLayoutVars>
          <dgm:dir/>
          <dgm:animOne val="branch"/>
          <dgm:animLvl val="lvl"/>
        </dgm:presLayoutVars>
      </dgm:prSet>
      <dgm:spPr/>
    </dgm:pt>
    <dgm:pt modelId="{01A2FB49-4C1B-4B96-9900-0E11D7266275}" type="pres">
      <dgm:prSet presAssocID="{9AC3F059-6892-4777-AD89-00D6D07D65E7}" presName="thickLine" presStyleLbl="alignNode1" presStyleIdx="0" presStyleCnt="3"/>
      <dgm:spPr/>
    </dgm:pt>
    <dgm:pt modelId="{FD049F3E-1FEF-42A9-AF8E-355146B516D3}" type="pres">
      <dgm:prSet presAssocID="{9AC3F059-6892-4777-AD89-00D6D07D65E7}" presName="horz1" presStyleCnt="0"/>
      <dgm:spPr/>
    </dgm:pt>
    <dgm:pt modelId="{1206082D-2EE2-4B5D-BF36-DF043F3C0D8F}" type="pres">
      <dgm:prSet presAssocID="{9AC3F059-6892-4777-AD89-00D6D07D65E7}" presName="tx1" presStyleLbl="revTx" presStyleIdx="0" presStyleCnt="3"/>
      <dgm:spPr/>
    </dgm:pt>
    <dgm:pt modelId="{EFFE6D58-C5FB-4CE6-8923-5834FADE6706}" type="pres">
      <dgm:prSet presAssocID="{9AC3F059-6892-4777-AD89-00D6D07D65E7}" presName="vert1" presStyleCnt="0"/>
      <dgm:spPr/>
    </dgm:pt>
    <dgm:pt modelId="{86FBF4F9-F649-4EC9-866C-636209A8D89B}" type="pres">
      <dgm:prSet presAssocID="{E37BF0A5-E359-480C-B3D0-22CEC210EAD3}" presName="thickLine" presStyleLbl="alignNode1" presStyleIdx="1" presStyleCnt="3"/>
      <dgm:spPr/>
    </dgm:pt>
    <dgm:pt modelId="{E7FBBB2A-9502-4229-A7EC-59C476EBCC75}" type="pres">
      <dgm:prSet presAssocID="{E37BF0A5-E359-480C-B3D0-22CEC210EAD3}" presName="horz1" presStyleCnt="0"/>
      <dgm:spPr/>
    </dgm:pt>
    <dgm:pt modelId="{10B08440-E0BA-4FBA-AFDA-003E2EBE7140}" type="pres">
      <dgm:prSet presAssocID="{E37BF0A5-E359-480C-B3D0-22CEC210EAD3}" presName="tx1" presStyleLbl="revTx" presStyleIdx="1" presStyleCnt="3"/>
      <dgm:spPr/>
    </dgm:pt>
    <dgm:pt modelId="{1E54C054-187B-42F5-A933-A79925A3B5A3}" type="pres">
      <dgm:prSet presAssocID="{E37BF0A5-E359-480C-B3D0-22CEC210EAD3}" presName="vert1" presStyleCnt="0"/>
      <dgm:spPr/>
    </dgm:pt>
    <dgm:pt modelId="{BDEC6F0B-8D91-4DE8-B7DF-0C2B8E9978F3}" type="pres">
      <dgm:prSet presAssocID="{C67359A0-E92E-4340-9B0F-F5C1A928F9A0}" presName="thickLine" presStyleLbl="alignNode1" presStyleIdx="2" presStyleCnt="3"/>
      <dgm:spPr/>
    </dgm:pt>
    <dgm:pt modelId="{EAB86228-864F-4BD9-8D81-A5BD2D3CBD79}" type="pres">
      <dgm:prSet presAssocID="{C67359A0-E92E-4340-9B0F-F5C1A928F9A0}" presName="horz1" presStyleCnt="0"/>
      <dgm:spPr/>
    </dgm:pt>
    <dgm:pt modelId="{0BAB1701-72DE-425C-8950-79578C551C8C}" type="pres">
      <dgm:prSet presAssocID="{C67359A0-E92E-4340-9B0F-F5C1A928F9A0}" presName="tx1" presStyleLbl="revTx" presStyleIdx="2" presStyleCnt="3"/>
      <dgm:spPr/>
    </dgm:pt>
    <dgm:pt modelId="{D3071D18-5AE3-43B6-AAF7-1B4C5C774F93}" type="pres">
      <dgm:prSet presAssocID="{C67359A0-E92E-4340-9B0F-F5C1A928F9A0}" presName="vert1" presStyleCnt="0"/>
      <dgm:spPr/>
    </dgm:pt>
  </dgm:ptLst>
  <dgm:cxnLst>
    <dgm:cxn modelId="{4A3B7A29-8BD9-45DC-83E1-0F60EDACE140}" srcId="{AB858328-1D28-4B37-AE63-377A6747E812}" destId="{E37BF0A5-E359-480C-B3D0-22CEC210EAD3}" srcOrd="1" destOrd="0" parTransId="{AF0BD3A3-EB0D-48A4-A584-98F21C253A1D}" sibTransId="{FD19238B-B755-4DD6-9DB3-94C77BCB6FDA}"/>
    <dgm:cxn modelId="{B2846F4A-70A4-47A3-8F9C-DA825D32C498}" type="presOf" srcId="{C67359A0-E92E-4340-9B0F-F5C1A928F9A0}" destId="{0BAB1701-72DE-425C-8950-79578C551C8C}" srcOrd="0" destOrd="0" presId="urn:microsoft.com/office/officeart/2008/layout/LinedList"/>
    <dgm:cxn modelId="{AE7F817F-305F-4673-A19F-23C3C8AD98A2}" srcId="{AB858328-1D28-4B37-AE63-377A6747E812}" destId="{9AC3F059-6892-4777-AD89-00D6D07D65E7}" srcOrd="0" destOrd="0" parTransId="{42B68903-25C0-48DA-AD41-01ADC75853C6}" sibTransId="{71F06166-08F6-4A08-865A-F7A3D6ADC933}"/>
    <dgm:cxn modelId="{3CB7EEE6-108B-4080-822C-45E02A1A85D8}" type="presOf" srcId="{AB858328-1D28-4B37-AE63-377A6747E812}" destId="{319DA6A1-7A81-423B-A936-9C9A1EC80ADD}" srcOrd="0" destOrd="0" presId="urn:microsoft.com/office/officeart/2008/layout/LinedList"/>
    <dgm:cxn modelId="{7E54B6F5-9F9C-47C2-93E2-635CC3D31E62}" srcId="{AB858328-1D28-4B37-AE63-377A6747E812}" destId="{C67359A0-E92E-4340-9B0F-F5C1A928F9A0}" srcOrd="2" destOrd="0" parTransId="{F552C572-6FC1-45B8-89CE-11FDC43E31CF}" sibTransId="{E1897A2B-D462-4E56-8309-6754B83ED57C}"/>
    <dgm:cxn modelId="{581759F9-381F-45E8-B884-3152CC4FA759}" type="presOf" srcId="{9AC3F059-6892-4777-AD89-00D6D07D65E7}" destId="{1206082D-2EE2-4B5D-BF36-DF043F3C0D8F}" srcOrd="0" destOrd="0" presId="urn:microsoft.com/office/officeart/2008/layout/LinedList"/>
    <dgm:cxn modelId="{5ED84BFF-9BCE-4169-BE10-59E5A9694EE2}" type="presOf" srcId="{E37BF0A5-E359-480C-B3D0-22CEC210EAD3}" destId="{10B08440-E0BA-4FBA-AFDA-003E2EBE7140}" srcOrd="0" destOrd="0" presId="urn:microsoft.com/office/officeart/2008/layout/LinedList"/>
    <dgm:cxn modelId="{5C2857B3-8DAA-42DA-BF75-2B3DEE9761CC}" type="presParOf" srcId="{319DA6A1-7A81-423B-A936-9C9A1EC80ADD}" destId="{01A2FB49-4C1B-4B96-9900-0E11D7266275}" srcOrd="0" destOrd="0" presId="urn:microsoft.com/office/officeart/2008/layout/LinedList"/>
    <dgm:cxn modelId="{C592938F-BBDC-4E10-BFD5-B42941789A7C}" type="presParOf" srcId="{319DA6A1-7A81-423B-A936-9C9A1EC80ADD}" destId="{FD049F3E-1FEF-42A9-AF8E-355146B516D3}" srcOrd="1" destOrd="0" presId="urn:microsoft.com/office/officeart/2008/layout/LinedList"/>
    <dgm:cxn modelId="{5D0AA7E2-33D0-48B8-AC8B-E35B55767770}" type="presParOf" srcId="{FD049F3E-1FEF-42A9-AF8E-355146B516D3}" destId="{1206082D-2EE2-4B5D-BF36-DF043F3C0D8F}" srcOrd="0" destOrd="0" presId="urn:microsoft.com/office/officeart/2008/layout/LinedList"/>
    <dgm:cxn modelId="{AA1AD3FE-B7C5-4B4E-A6EF-DA83F3ACCFEB}" type="presParOf" srcId="{FD049F3E-1FEF-42A9-AF8E-355146B516D3}" destId="{EFFE6D58-C5FB-4CE6-8923-5834FADE6706}" srcOrd="1" destOrd="0" presId="urn:microsoft.com/office/officeart/2008/layout/LinedList"/>
    <dgm:cxn modelId="{60D9D232-12F2-4488-8B91-BF1D52A9EBDB}" type="presParOf" srcId="{319DA6A1-7A81-423B-A936-9C9A1EC80ADD}" destId="{86FBF4F9-F649-4EC9-866C-636209A8D89B}" srcOrd="2" destOrd="0" presId="urn:microsoft.com/office/officeart/2008/layout/LinedList"/>
    <dgm:cxn modelId="{C27CFF09-9470-4244-839C-26D17E464F12}" type="presParOf" srcId="{319DA6A1-7A81-423B-A936-9C9A1EC80ADD}" destId="{E7FBBB2A-9502-4229-A7EC-59C476EBCC75}" srcOrd="3" destOrd="0" presId="urn:microsoft.com/office/officeart/2008/layout/LinedList"/>
    <dgm:cxn modelId="{C6829932-B7D2-4783-A108-1C67D9145259}" type="presParOf" srcId="{E7FBBB2A-9502-4229-A7EC-59C476EBCC75}" destId="{10B08440-E0BA-4FBA-AFDA-003E2EBE7140}" srcOrd="0" destOrd="0" presId="urn:microsoft.com/office/officeart/2008/layout/LinedList"/>
    <dgm:cxn modelId="{405A224A-B358-421E-B561-CD04E8968A94}" type="presParOf" srcId="{E7FBBB2A-9502-4229-A7EC-59C476EBCC75}" destId="{1E54C054-187B-42F5-A933-A79925A3B5A3}" srcOrd="1" destOrd="0" presId="urn:microsoft.com/office/officeart/2008/layout/LinedList"/>
    <dgm:cxn modelId="{D0492B91-3E68-42F0-B710-DF11FE28CD42}" type="presParOf" srcId="{319DA6A1-7A81-423B-A936-9C9A1EC80ADD}" destId="{BDEC6F0B-8D91-4DE8-B7DF-0C2B8E9978F3}" srcOrd="4" destOrd="0" presId="urn:microsoft.com/office/officeart/2008/layout/LinedList"/>
    <dgm:cxn modelId="{4D37E95E-7B3D-43EA-800D-0DD55D2361CF}" type="presParOf" srcId="{319DA6A1-7A81-423B-A936-9C9A1EC80ADD}" destId="{EAB86228-864F-4BD9-8D81-A5BD2D3CBD79}" srcOrd="5" destOrd="0" presId="urn:microsoft.com/office/officeart/2008/layout/LinedList"/>
    <dgm:cxn modelId="{C125470E-84EB-4A06-A478-5D237053D39C}" type="presParOf" srcId="{EAB86228-864F-4BD9-8D81-A5BD2D3CBD79}" destId="{0BAB1701-72DE-425C-8950-79578C551C8C}" srcOrd="0" destOrd="0" presId="urn:microsoft.com/office/officeart/2008/layout/LinedList"/>
    <dgm:cxn modelId="{2F136D23-96E4-4356-8F38-AF618B5FD64F}" type="presParOf" srcId="{EAB86228-864F-4BD9-8D81-A5BD2D3CBD79}" destId="{D3071D18-5AE3-43B6-AAF7-1B4C5C774F9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A52D7E8-C008-4417-BBDE-F86648AA87D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4539305-2FDB-47D3-8C03-A880DCC9EDCC}">
      <dgm:prSet/>
      <dgm:spPr/>
      <dgm:t>
        <a:bodyPr/>
        <a:lstStyle/>
        <a:p>
          <a:pPr>
            <a:lnSpc>
              <a:spcPct val="100000"/>
            </a:lnSpc>
          </a:pPr>
          <a:r>
            <a:rPr lang="en-US"/>
            <a:t>I participate in process improvement</a:t>
          </a:r>
        </a:p>
      </dgm:t>
    </dgm:pt>
    <dgm:pt modelId="{F4AC0E69-E776-4A28-B1EE-7C8ECFC2EAC1}" type="parTrans" cxnId="{EA65EEDE-5524-414C-B26A-163E874522D1}">
      <dgm:prSet/>
      <dgm:spPr/>
      <dgm:t>
        <a:bodyPr/>
        <a:lstStyle/>
        <a:p>
          <a:endParaRPr lang="en-US"/>
        </a:p>
      </dgm:t>
    </dgm:pt>
    <dgm:pt modelId="{70DCC477-FF51-491D-BFE0-ADE896E55A75}" type="sibTrans" cxnId="{EA65EEDE-5524-414C-B26A-163E874522D1}">
      <dgm:prSet/>
      <dgm:spPr/>
      <dgm:t>
        <a:bodyPr/>
        <a:lstStyle/>
        <a:p>
          <a:endParaRPr lang="en-US"/>
        </a:p>
      </dgm:t>
    </dgm:pt>
    <dgm:pt modelId="{4F1210B5-4FF4-4BF9-AE72-539E2D3C4ECA}">
      <dgm:prSet/>
      <dgm:spPr/>
      <dgm:t>
        <a:bodyPr/>
        <a:lstStyle/>
        <a:p>
          <a:pPr>
            <a:lnSpc>
              <a:spcPct val="100000"/>
            </a:lnSpc>
          </a:pPr>
          <a:r>
            <a:rPr lang="en-US"/>
            <a:t>I communicate effectively within </a:t>
          </a:r>
          <a:br>
            <a:rPr lang="en-US"/>
          </a:br>
          <a:r>
            <a:rPr lang="en-US"/>
            <a:t>and beyond my team</a:t>
          </a:r>
        </a:p>
      </dgm:t>
    </dgm:pt>
    <dgm:pt modelId="{13658391-E611-445A-805B-FA9ACF3D31D9}" type="parTrans" cxnId="{C59F2796-62A9-47DD-8745-1EDE3E4A87DD}">
      <dgm:prSet/>
      <dgm:spPr/>
      <dgm:t>
        <a:bodyPr/>
        <a:lstStyle/>
        <a:p>
          <a:endParaRPr lang="en-US"/>
        </a:p>
      </dgm:t>
    </dgm:pt>
    <dgm:pt modelId="{39D861F8-95C8-47AF-8EA5-23C567D2F9A2}" type="sibTrans" cxnId="{C59F2796-62A9-47DD-8745-1EDE3E4A87DD}">
      <dgm:prSet/>
      <dgm:spPr/>
      <dgm:t>
        <a:bodyPr/>
        <a:lstStyle/>
        <a:p>
          <a:endParaRPr lang="en-US"/>
        </a:p>
      </dgm:t>
    </dgm:pt>
    <dgm:pt modelId="{EE716FCE-9C59-442A-8689-F9067F77060C}">
      <dgm:prSet/>
      <dgm:spPr/>
      <dgm:t>
        <a:bodyPr/>
        <a:lstStyle/>
        <a:p>
          <a:pPr>
            <a:lnSpc>
              <a:spcPct val="100000"/>
            </a:lnSpc>
          </a:pPr>
          <a:r>
            <a:rPr lang="en-US"/>
            <a:t>I focus on the problem or issue, </a:t>
          </a:r>
          <a:br>
            <a:rPr lang="en-US"/>
          </a:br>
          <a:r>
            <a:rPr lang="en-US"/>
            <a:t>not the person</a:t>
          </a:r>
        </a:p>
      </dgm:t>
    </dgm:pt>
    <dgm:pt modelId="{BD6333AD-83F2-4145-B74A-99D5EA8C38D5}" type="parTrans" cxnId="{D8B4927A-67C3-4FB3-8E91-65FEF746F6BA}">
      <dgm:prSet/>
      <dgm:spPr/>
      <dgm:t>
        <a:bodyPr/>
        <a:lstStyle/>
        <a:p>
          <a:endParaRPr lang="en-US"/>
        </a:p>
      </dgm:t>
    </dgm:pt>
    <dgm:pt modelId="{A4432C6C-0AD6-417A-AF3B-85CC63CABA96}" type="sibTrans" cxnId="{D8B4927A-67C3-4FB3-8E91-65FEF746F6BA}">
      <dgm:prSet/>
      <dgm:spPr/>
      <dgm:t>
        <a:bodyPr/>
        <a:lstStyle/>
        <a:p>
          <a:endParaRPr lang="en-US"/>
        </a:p>
      </dgm:t>
    </dgm:pt>
    <dgm:pt modelId="{95D6ECBB-0B8C-470F-BF29-01D20B9EB37A}">
      <dgm:prSet/>
      <dgm:spPr/>
      <dgm:t>
        <a:bodyPr/>
        <a:lstStyle/>
        <a:p>
          <a:pPr>
            <a:lnSpc>
              <a:spcPct val="100000"/>
            </a:lnSpc>
          </a:pPr>
          <a:r>
            <a:rPr lang="en-US"/>
            <a:t>I show respect for the diversity </a:t>
          </a:r>
          <a:br>
            <a:rPr lang="en-US"/>
          </a:br>
          <a:r>
            <a:rPr lang="en-US"/>
            <a:t>of patients and co-workers</a:t>
          </a:r>
        </a:p>
      </dgm:t>
    </dgm:pt>
    <dgm:pt modelId="{92B28CB1-AAF9-4B01-92F7-8E0DC8CB38BC}" type="parTrans" cxnId="{BA131CD2-5CAE-4DCF-9053-5F51F2536420}">
      <dgm:prSet/>
      <dgm:spPr/>
      <dgm:t>
        <a:bodyPr/>
        <a:lstStyle/>
        <a:p>
          <a:endParaRPr lang="en-US"/>
        </a:p>
      </dgm:t>
    </dgm:pt>
    <dgm:pt modelId="{0C0CCCDF-EF90-4247-8C32-D4156D07AE81}" type="sibTrans" cxnId="{BA131CD2-5CAE-4DCF-9053-5F51F2536420}">
      <dgm:prSet/>
      <dgm:spPr/>
      <dgm:t>
        <a:bodyPr/>
        <a:lstStyle/>
        <a:p>
          <a:endParaRPr lang="en-US"/>
        </a:p>
      </dgm:t>
    </dgm:pt>
    <dgm:pt modelId="{77BB2BC2-2DA0-4A87-85E2-EA3B964765FA}" type="pres">
      <dgm:prSet presAssocID="{0A52D7E8-C008-4417-BBDE-F86648AA87D9}" presName="root" presStyleCnt="0">
        <dgm:presLayoutVars>
          <dgm:dir/>
          <dgm:resizeHandles val="exact"/>
        </dgm:presLayoutVars>
      </dgm:prSet>
      <dgm:spPr/>
    </dgm:pt>
    <dgm:pt modelId="{C304447E-B535-4386-A76D-5CC33482A229}" type="pres">
      <dgm:prSet presAssocID="{B4539305-2FDB-47D3-8C03-A880DCC9EDCC}" presName="compNode" presStyleCnt="0"/>
      <dgm:spPr/>
    </dgm:pt>
    <dgm:pt modelId="{96D31351-30E8-484B-A8CB-C3CB97C5AC3B}" type="pres">
      <dgm:prSet presAssocID="{B4539305-2FDB-47D3-8C03-A880DCC9EDCC}" presName="bgRect" presStyleLbl="bgShp" presStyleIdx="0" presStyleCnt="4"/>
      <dgm:spPr/>
    </dgm:pt>
    <dgm:pt modelId="{E1A82F35-2AD1-4CB1-83A4-FE160C05109E}" type="pres">
      <dgm:prSet presAssocID="{B4539305-2FDB-47D3-8C03-A880DCC9EDC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71B33BD4-DA68-4EA1-A04C-2DABB1383EE0}" type="pres">
      <dgm:prSet presAssocID="{B4539305-2FDB-47D3-8C03-A880DCC9EDCC}" presName="spaceRect" presStyleCnt="0"/>
      <dgm:spPr/>
    </dgm:pt>
    <dgm:pt modelId="{D8D5F776-EDE9-48DA-AB2D-33EEC6A3A152}" type="pres">
      <dgm:prSet presAssocID="{B4539305-2FDB-47D3-8C03-A880DCC9EDCC}" presName="parTx" presStyleLbl="revTx" presStyleIdx="0" presStyleCnt="4">
        <dgm:presLayoutVars>
          <dgm:chMax val="0"/>
          <dgm:chPref val="0"/>
        </dgm:presLayoutVars>
      </dgm:prSet>
      <dgm:spPr/>
    </dgm:pt>
    <dgm:pt modelId="{5EC1BF58-2820-4569-960B-A02FE0EA672F}" type="pres">
      <dgm:prSet presAssocID="{70DCC477-FF51-491D-BFE0-ADE896E55A75}" presName="sibTrans" presStyleCnt="0"/>
      <dgm:spPr/>
    </dgm:pt>
    <dgm:pt modelId="{2EAD9AAB-362B-4D39-8EF4-3C0332D642D2}" type="pres">
      <dgm:prSet presAssocID="{4F1210B5-4FF4-4BF9-AE72-539E2D3C4ECA}" presName="compNode" presStyleCnt="0"/>
      <dgm:spPr/>
    </dgm:pt>
    <dgm:pt modelId="{8A481394-B17F-4BF1-B7A3-F07C67BE485B}" type="pres">
      <dgm:prSet presAssocID="{4F1210B5-4FF4-4BF9-AE72-539E2D3C4ECA}" presName="bgRect" presStyleLbl="bgShp" presStyleIdx="1" presStyleCnt="4"/>
      <dgm:spPr/>
    </dgm:pt>
    <dgm:pt modelId="{BBED871C-65AC-455D-89F7-0D9D732198E5}" type="pres">
      <dgm:prSet presAssocID="{4F1210B5-4FF4-4BF9-AE72-539E2D3C4EC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9A54441F-0A8F-4AE6-B164-F4B2AFB6D049}" type="pres">
      <dgm:prSet presAssocID="{4F1210B5-4FF4-4BF9-AE72-539E2D3C4ECA}" presName="spaceRect" presStyleCnt="0"/>
      <dgm:spPr/>
    </dgm:pt>
    <dgm:pt modelId="{357B8443-B60B-4DD3-8BAA-7FA3FA2532BB}" type="pres">
      <dgm:prSet presAssocID="{4F1210B5-4FF4-4BF9-AE72-539E2D3C4ECA}" presName="parTx" presStyleLbl="revTx" presStyleIdx="1" presStyleCnt="4">
        <dgm:presLayoutVars>
          <dgm:chMax val="0"/>
          <dgm:chPref val="0"/>
        </dgm:presLayoutVars>
      </dgm:prSet>
      <dgm:spPr/>
    </dgm:pt>
    <dgm:pt modelId="{03928FD3-B3C2-4034-A1CA-A8E82D7B6024}" type="pres">
      <dgm:prSet presAssocID="{39D861F8-95C8-47AF-8EA5-23C567D2F9A2}" presName="sibTrans" presStyleCnt="0"/>
      <dgm:spPr/>
    </dgm:pt>
    <dgm:pt modelId="{2FCF8FD0-75B8-450F-A612-AC581D49F7E9}" type="pres">
      <dgm:prSet presAssocID="{EE716FCE-9C59-442A-8689-F9067F77060C}" presName="compNode" presStyleCnt="0"/>
      <dgm:spPr/>
    </dgm:pt>
    <dgm:pt modelId="{BE5307E3-6F3D-4BBE-8658-91D1F4A5B195}" type="pres">
      <dgm:prSet presAssocID="{EE716FCE-9C59-442A-8689-F9067F77060C}" presName="bgRect" presStyleLbl="bgShp" presStyleIdx="2" presStyleCnt="4"/>
      <dgm:spPr/>
    </dgm:pt>
    <dgm:pt modelId="{829137C0-8811-412F-A0C8-75977E344835}" type="pres">
      <dgm:prSet presAssocID="{EE716FCE-9C59-442A-8689-F9067F77060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FB486610-FBD3-40F5-B098-55B786849172}" type="pres">
      <dgm:prSet presAssocID="{EE716FCE-9C59-442A-8689-F9067F77060C}" presName="spaceRect" presStyleCnt="0"/>
      <dgm:spPr/>
    </dgm:pt>
    <dgm:pt modelId="{AC8F78CF-CE12-4803-8EFC-3686375D90AD}" type="pres">
      <dgm:prSet presAssocID="{EE716FCE-9C59-442A-8689-F9067F77060C}" presName="parTx" presStyleLbl="revTx" presStyleIdx="2" presStyleCnt="4">
        <dgm:presLayoutVars>
          <dgm:chMax val="0"/>
          <dgm:chPref val="0"/>
        </dgm:presLayoutVars>
      </dgm:prSet>
      <dgm:spPr/>
    </dgm:pt>
    <dgm:pt modelId="{C1F1E9B4-4005-439A-91C3-96964B120134}" type="pres">
      <dgm:prSet presAssocID="{A4432C6C-0AD6-417A-AF3B-85CC63CABA96}" presName="sibTrans" presStyleCnt="0"/>
      <dgm:spPr/>
    </dgm:pt>
    <dgm:pt modelId="{12F16A58-BE28-4B11-8EED-B81A34E7483F}" type="pres">
      <dgm:prSet presAssocID="{95D6ECBB-0B8C-470F-BF29-01D20B9EB37A}" presName="compNode" presStyleCnt="0"/>
      <dgm:spPr/>
    </dgm:pt>
    <dgm:pt modelId="{8A3D10E9-6F36-4975-B937-8BE5FB469711}" type="pres">
      <dgm:prSet presAssocID="{95D6ECBB-0B8C-470F-BF29-01D20B9EB37A}" presName="bgRect" presStyleLbl="bgShp" presStyleIdx="3" presStyleCnt="4"/>
      <dgm:spPr/>
    </dgm:pt>
    <dgm:pt modelId="{F54AE9D1-D872-480C-B44E-450DDEC4612C}" type="pres">
      <dgm:prSet presAssocID="{95D6ECBB-0B8C-470F-BF29-01D20B9EB37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roup of People"/>
        </a:ext>
      </dgm:extLst>
    </dgm:pt>
    <dgm:pt modelId="{795C8035-F8B9-48DF-B1C5-AEF2A253A3BB}" type="pres">
      <dgm:prSet presAssocID="{95D6ECBB-0B8C-470F-BF29-01D20B9EB37A}" presName="spaceRect" presStyleCnt="0"/>
      <dgm:spPr/>
    </dgm:pt>
    <dgm:pt modelId="{A9B12468-9544-4941-9B4A-0E46C1A5121B}" type="pres">
      <dgm:prSet presAssocID="{95D6ECBB-0B8C-470F-BF29-01D20B9EB37A}" presName="parTx" presStyleLbl="revTx" presStyleIdx="3" presStyleCnt="4">
        <dgm:presLayoutVars>
          <dgm:chMax val="0"/>
          <dgm:chPref val="0"/>
        </dgm:presLayoutVars>
      </dgm:prSet>
      <dgm:spPr/>
    </dgm:pt>
  </dgm:ptLst>
  <dgm:cxnLst>
    <dgm:cxn modelId="{BE671717-AB04-467B-9C2A-0C6024DECDBB}" type="presOf" srcId="{4F1210B5-4FF4-4BF9-AE72-539E2D3C4ECA}" destId="{357B8443-B60B-4DD3-8BAA-7FA3FA2532BB}" srcOrd="0" destOrd="0" presId="urn:microsoft.com/office/officeart/2018/2/layout/IconVerticalSolidList"/>
    <dgm:cxn modelId="{82BAC619-1D09-4757-A444-6FCAAEA21D7F}" type="presOf" srcId="{EE716FCE-9C59-442A-8689-F9067F77060C}" destId="{AC8F78CF-CE12-4803-8EFC-3686375D90AD}" srcOrd="0" destOrd="0" presId="urn:microsoft.com/office/officeart/2018/2/layout/IconVerticalSolidList"/>
    <dgm:cxn modelId="{00EA975E-243F-4F8E-8147-45350B3C1AE6}" type="presOf" srcId="{B4539305-2FDB-47D3-8C03-A880DCC9EDCC}" destId="{D8D5F776-EDE9-48DA-AB2D-33EEC6A3A152}" srcOrd="0" destOrd="0" presId="urn:microsoft.com/office/officeart/2018/2/layout/IconVerticalSolidList"/>
    <dgm:cxn modelId="{A55B856B-CEF3-4266-8FA0-FC91A790414C}" type="presOf" srcId="{95D6ECBB-0B8C-470F-BF29-01D20B9EB37A}" destId="{A9B12468-9544-4941-9B4A-0E46C1A5121B}" srcOrd="0" destOrd="0" presId="urn:microsoft.com/office/officeart/2018/2/layout/IconVerticalSolidList"/>
    <dgm:cxn modelId="{D8B4927A-67C3-4FB3-8E91-65FEF746F6BA}" srcId="{0A52D7E8-C008-4417-BBDE-F86648AA87D9}" destId="{EE716FCE-9C59-442A-8689-F9067F77060C}" srcOrd="2" destOrd="0" parTransId="{BD6333AD-83F2-4145-B74A-99D5EA8C38D5}" sibTransId="{A4432C6C-0AD6-417A-AF3B-85CC63CABA96}"/>
    <dgm:cxn modelId="{C59F2796-62A9-47DD-8745-1EDE3E4A87DD}" srcId="{0A52D7E8-C008-4417-BBDE-F86648AA87D9}" destId="{4F1210B5-4FF4-4BF9-AE72-539E2D3C4ECA}" srcOrd="1" destOrd="0" parTransId="{13658391-E611-445A-805B-FA9ACF3D31D9}" sibTransId="{39D861F8-95C8-47AF-8EA5-23C567D2F9A2}"/>
    <dgm:cxn modelId="{E00889A6-11D8-4309-A8B9-9B94D9451F1D}" type="presOf" srcId="{0A52D7E8-C008-4417-BBDE-F86648AA87D9}" destId="{77BB2BC2-2DA0-4A87-85E2-EA3B964765FA}" srcOrd="0" destOrd="0" presId="urn:microsoft.com/office/officeart/2018/2/layout/IconVerticalSolidList"/>
    <dgm:cxn modelId="{BA131CD2-5CAE-4DCF-9053-5F51F2536420}" srcId="{0A52D7E8-C008-4417-BBDE-F86648AA87D9}" destId="{95D6ECBB-0B8C-470F-BF29-01D20B9EB37A}" srcOrd="3" destOrd="0" parTransId="{92B28CB1-AAF9-4B01-92F7-8E0DC8CB38BC}" sibTransId="{0C0CCCDF-EF90-4247-8C32-D4156D07AE81}"/>
    <dgm:cxn modelId="{EA65EEDE-5524-414C-B26A-163E874522D1}" srcId="{0A52D7E8-C008-4417-BBDE-F86648AA87D9}" destId="{B4539305-2FDB-47D3-8C03-A880DCC9EDCC}" srcOrd="0" destOrd="0" parTransId="{F4AC0E69-E776-4A28-B1EE-7C8ECFC2EAC1}" sibTransId="{70DCC477-FF51-491D-BFE0-ADE896E55A75}"/>
    <dgm:cxn modelId="{E0B7AB29-E277-4DDD-9EB7-27708B65982F}" type="presParOf" srcId="{77BB2BC2-2DA0-4A87-85E2-EA3B964765FA}" destId="{C304447E-B535-4386-A76D-5CC33482A229}" srcOrd="0" destOrd="0" presId="urn:microsoft.com/office/officeart/2018/2/layout/IconVerticalSolidList"/>
    <dgm:cxn modelId="{880B40E2-0290-491B-87B7-850106C492A3}" type="presParOf" srcId="{C304447E-B535-4386-A76D-5CC33482A229}" destId="{96D31351-30E8-484B-A8CB-C3CB97C5AC3B}" srcOrd="0" destOrd="0" presId="urn:microsoft.com/office/officeart/2018/2/layout/IconVerticalSolidList"/>
    <dgm:cxn modelId="{3E65DE16-3FE9-4312-A84E-B8C726A4EA27}" type="presParOf" srcId="{C304447E-B535-4386-A76D-5CC33482A229}" destId="{E1A82F35-2AD1-4CB1-83A4-FE160C05109E}" srcOrd="1" destOrd="0" presId="urn:microsoft.com/office/officeart/2018/2/layout/IconVerticalSolidList"/>
    <dgm:cxn modelId="{B85F99AA-AE97-4260-A8AF-D78269C97238}" type="presParOf" srcId="{C304447E-B535-4386-A76D-5CC33482A229}" destId="{71B33BD4-DA68-4EA1-A04C-2DABB1383EE0}" srcOrd="2" destOrd="0" presId="urn:microsoft.com/office/officeart/2018/2/layout/IconVerticalSolidList"/>
    <dgm:cxn modelId="{250257F0-CF55-4C13-B677-0AD6E2BC5750}" type="presParOf" srcId="{C304447E-B535-4386-A76D-5CC33482A229}" destId="{D8D5F776-EDE9-48DA-AB2D-33EEC6A3A152}" srcOrd="3" destOrd="0" presId="urn:microsoft.com/office/officeart/2018/2/layout/IconVerticalSolidList"/>
    <dgm:cxn modelId="{D79DAA97-41FF-42D6-AC29-9D2740B810CB}" type="presParOf" srcId="{77BB2BC2-2DA0-4A87-85E2-EA3B964765FA}" destId="{5EC1BF58-2820-4569-960B-A02FE0EA672F}" srcOrd="1" destOrd="0" presId="urn:microsoft.com/office/officeart/2018/2/layout/IconVerticalSolidList"/>
    <dgm:cxn modelId="{7AA66EFD-1D56-4F8C-BFEB-154E5C050E17}" type="presParOf" srcId="{77BB2BC2-2DA0-4A87-85E2-EA3B964765FA}" destId="{2EAD9AAB-362B-4D39-8EF4-3C0332D642D2}" srcOrd="2" destOrd="0" presId="urn:microsoft.com/office/officeart/2018/2/layout/IconVerticalSolidList"/>
    <dgm:cxn modelId="{1DE5F455-AAC4-405E-9FB6-542B4DB0F087}" type="presParOf" srcId="{2EAD9AAB-362B-4D39-8EF4-3C0332D642D2}" destId="{8A481394-B17F-4BF1-B7A3-F07C67BE485B}" srcOrd="0" destOrd="0" presId="urn:microsoft.com/office/officeart/2018/2/layout/IconVerticalSolidList"/>
    <dgm:cxn modelId="{4A06B74F-87B5-4EB1-B100-F1BB7C09677F}" type="presParOf" srcId="{2EAD9AAB-362B-4D39-8EF4-3C0332D642D2}" destId="{BBED871C-65AC-455D-89F7-0D9D732198E5}" srcOrd="1" destOrd="0" presId="urn:microsoft.com/office/officeart/2018/2/layout/IconVerticalSolidList"/>
    <dgm:cxn modelId="{B91D1698-4432-4384-ABF1-6C15328C58ED}" type="presParOf" srcId="{2EAD9AAB-362B-4D39-8EF4-3C0332D642D2}" destId="{9A54441F-0A8F-4AE6-B164-F4B2AFB6D049}" srcOrd="2" destOrd="0" presId="urn:microsoft.com/office/officeart/2018/2/layout/IconVerticalSolidList"/>
    <dgm:cxn modelId="{8611F8BA-00CD-4FA1-872F-24BC1EF3D32B}" type="presParOf" srcId="{2EAD9AAB-362B-4D39-8EF4-3C0332D642D2}" destId="{357B8443-B60B-4DD3-8BAA-7FA3FA2532BB}" srcOrd="3" destOrd="0" presId="urn:microsoft.com/office/officeart/2018/2/layout/IconVerticalSolidList"/>
    <dgm:cxn modelId="{03C2268A-CAC7-4B2C-A368-EFEB96858FB7}" type="presParOf" srcId="{77BB2BC2-2DA0-4A87-85E2-EA3B964765FA}" destId="{03928FD3-B3C2-4034-A1CA-A8E82D7B6024}" srcOrd="3" destOrd="0" presId="urn:microsoft.com/office/officeart/2018/2/layout/IconVerticalSolidList"/>
    <dgm:cxn modelId="{FDC2950F-9D65-49BD-B43E-2BEE5112F7EA}" type="presParOf" srcId="{77BB2BC2-2DA0-4A87-85E2-EA3B964765FA}" destId="{2FCF8FD0-75B8-450F-A612-AC581D49F7E9}" srcOrd="4" destOrd="0" presId="urn:microsoft.com/office/officeart/2018/2/layout/IconVerticalSolidList"/>
    <dgm:cxn modelId="{192F95C9-18A2-4359-83BC-33D4820BA6EA}" type="presParOf" srcId="{2FCF8FD0-75B8-450F-A612-AC581D49F7E9}" destId="{BE5307E3-6F3D-4BBE-8658-91D1F4A5B195}" srcOrd="0" destOrd="0" presId="urn:microsoft.com/office/officeart/2018/2/layout/IconVerticalSolidList"/>
    <dgm:cxn modelId="{09725C1B-0533-4BDC-ADBE-73CE36702716}" type="presParOf" srcId="{2FCF8FD0-75B8-450F-A612-AC581D49F7E9}" destId="{829137C0-8811-412F-A0C8-75977E344835}" srcOrd="1" destOrd="0" presId="urn:microsoft.com/office/officeart/2018/2/layout/IconVerticalSolidList"/>
    <dgm:cxn modelId="{DD319109-5AF1-425A-BF3D-84C40695E64C}" type="presParOf" srcId="{2FCF8FD0-75B8-450F-A612-AC581D49F7E9}" destId="{FB486610-FBD3-40F5-B098-55B786849172}" srcOrd="2" destOrd="0" presId="urn:microsoft.com/office/officeart/2018/2/layout/IconVerticalSolidList"/>
    <dgm:cxn modelId="{9A96912D-B935-4B3F-A149-A480A994574F}" type="presParOf" srcId="{2FCF8FD0-75B8-450F-A612-AC581D49F7E9}" destId="{AC8F78CF-CE12-4803-8EFC-3686375D90AD}" srcOrd="3" destOrd="0" presId="urn:microsoft.com/office/officeart/2018/2/layout/IconVerticalSolidList"/>
    <dgm:cxn modelId="{6F60AF18-8FB6-49B3-B379-742F3A428470}" type="presParOf" srcId="{77BB2BC2-2DA0-4A87-85E2-EA3B964765FA}" destId="{C1F1E9B4-4005-439A-91C3-96964B120134}" srcOrd="5" destOrd="0" presId="urn:microsoft.com/office/officeart/2018/2/layout/IconVerticalSolidList"/>
    <dgm:cxn modelId="{BE39E19B-B9E1-4AA5-AD09-CC0BF08CB817}" type="presParOf" srcId="{77BB2BC2-2DA0-4A87-85E2-EA3B964765FA}" destId="{12F16A58-BE28-4B11-8EED-B81A34E7483F}" srcOrd="6" destOrd="0" presId="urn:microsoft.com/office/officeart/2018/2/layout/IconVerticalSolidList"/>
    <dgm:cxn modelId="{0A8A3988-19EC-4281-AB2D-F22E083657CC}" type="presParOf" srcId="{12F16A58-BE28-4B11-8EED-B81A34E7483F}" destId="{8A3D10E9-6F36-4975-B937-8BE5FB469711}" srcOrd="0" destOrd="0" presId="urn:microsoft.com/office/officeart/2018/2/layout/IconVerticalSolidList"/>
    <dgm:cxn modelId="{2DA2043D-8D9C-4715-9193-477FD01680F9}" type="presParOf" srcId="{12F16A58-BE28-4B11-8EED-B81A34E7483F}" destId="{F54AE9D1-D872-480C-B44E-450DDEC4612C}" srcOrd="1" destOrd="0" presId="urn:microsoft.com/office/officeart/2018/2/layout/IconVerticalSolidList"/>
    <dgm:cxn modelId="{130D75F4-2EE9-47D5-9CE1-5EE22B8144F7}" type="presParOf" srcId="{12F16A58-BE28-4B11-8EED-B81A34E7483F}" destId="{795C8035-F8B9-48DF-B1C5-AEF2A253A3BB}" srcOrd="2" destOrd="0" presId="urn:microsoft.com/office/officeart/2018/2/layout/IconVerticalSolidList"/>
    <dgm:cxn modelId="{F7FD2DC6-DBCE-4917-856A-9FD67C3FD96A}" type="presParOf" srcId="{12F16A58-BE28-4B11-8EED-B81A34E7483F}" destId="{A9B12468-9544-4941-9B4A-0E46C1A5121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F4F6D83-806F-4AFF-9248-F8ED25B15757}" type="doc">
      <dgm:prSet loTypeId="urn:microsoft.com/office/officeart/2018/2/layout/IconCircleList" loCatId="icon" qsTypeId="urn:microsoft.com/office/officeart/2005/8/quickstyle/simple1" qsCatId="simple" csTypeId="urn:microsoft.com/office/officeart/2018/5/colors/Iconchunking_neutralbg_colorful2" csCatId="colorful" phldr="1"/>
      <dgm:spPr/>
      <dgm:t>
        <a:bodyPr/>
        <a:lstStyle/>
        <a:p>
          <a:endParaRPr lang="en-US"/>
        </a:p>
      </dgm:t>
    </dgm:pt>
    <dgm:pt modelId="{E2DA0B55-62B0-4EB3-9F85-05CA211C69DA}">
      <dgm:prSet/>
      <dgm:spPr/>
      <dgm:t>
        <a:bodyPr/>
        <a:lstStyle/>
        <a:p>
          <a:r>
            <a:rPr lang="en-US"/>
            <a:t>I participate in decision-making and process improvement regardless of my role within the organization.</a:t>
          </a:r>
        </a:p>
      </dgm:t>
    </dgm:pt>
    <dgm:pt modelId="{35E39E4D-C60A-4A84-AD53-56154A62B451}" type="parTrans" cxnId="{698DCBCE-2C5A-41EC-9056-401A7903267C}">
      <dgm:prSet/>
      <dgm:spPr/>
      <dgm:t>
        <a:bodyPr/>
        <a:lstStyle/>
        <a:p>
          <a:endParaRPr lang="en-US"/>
        </a:p>
      </dgm:t>
    </dgm:pt>
    <dgm:pt modelId="{1F4DC19B-EFF0-4F5B-97C9-20D3A262EF2C}" type="sibTrans" cxnId="{698DCBCE-2C5A-41EC-9056-401A7903267C}">
      <dgm:prSet/>
      <dgm:spPr/>
      <dgm:t>
        <a:bodyPr/>
        <a:lstStyle/>
        <a:p>
          <a:endParaRPr lang="en-US"/>
        </a:p>
      </dgm:t>
    </dgm:pt>
    <dgm:pt modelId="{8FC34A03-F134-4041-A4CE-1F4137E0829C}">
      <dgm:prSet/>
      <dgm:spPr/>
      <dgm:t>
        <a:bodyPr/>
        <a:lstStyle/>
        <a:p>
          <a:r>
            <a:rPr lang="en-US"/>
            <a:t>Service is most effective when we serve others with the same mission and goal.</a:t>
          </a:r>
        </a:p>
      </dgm:t>
    </dgm:pt>
    <dgm:pt modelId="{6BE6D136-40A1-4DDF-BF6E-9E2C05CF93EB}" type="parTrans" cxnId="{DD17AA43-F08E-4016-84D0-D7B4F42ECAB7}">
      <dgm:prSet/>
      <dgm:spPr/>
      <dgm:t>
        <a:bodyPr/>
        <a:lstStyle/>
        <a:p>
          <a:endParaRPr lang="en-US"/>
        </a:p>
      </dgm:t>
    </dgm:pt>
    <dgm:pt modelId="{2EC406A2-380A-4064-80B6-36E559177EC1}" type="sibTrans" cxnId="{DD17AA43-F08E-4016-84D0-D7B4F42ECAB7}">
      <dgm:prSet/>
      <dgm:spPr/>
      <dgm:t>
        <a:bodyPr/>
        <a:lstStyle/>
        <a:p>
          <a:endParaRPr lang="en-US"/>
        </a:p>
      </dgm:t>
    </dgm:pt>
    <dgm:pt modelId="{E5828DE4-1C99-4240-8062-76DE8DA15FA4}" type="pres">
      <dgm:prSet presAssocID="{AF4F6D83-806F-4AFF-9248-F8ED25B15757}" presName="root" presStyleCnt="0">
        <dgm:presLayoutVars>
          <dgm:dir/>
          <dgm:resizeHandles val="exact"/>
        </dgm:presLayoutVars>
      </dgm:prSet>
      <dgm:spPr/>
    </dgm:pt>
    <dgm:pt modelId="{9B2B11BF-1D8F-4F7D-B420-523A468F2AA8}" type="pres">
      <dgm:prSet presAssocID="{AF4F6D83-806F-4AFF-9248-F8ED25B15757}" presName="container" presStyleCnt="0">
        <dgm:presLayoutVars>
          <dgm:dir/>
          <dgm:resizeHandles val="exact"/>
        </dgm:presLayoutVars>
      </dgm:prSet>
      <dgm:spPr/>
    </dgm:pt>
    <dgm:pt modelId="{BD33AF31-3AB2-4B1F-B9B5-F2CAB1FAEAA1}" type="pres">
      <dgm:prSet presAssocID="{E2DA0B55-62B0-4EB3-9F85-05CA211C69DA}" presName="compNode" presStyleCnt="0"/>
      <dgm:spPr/>
    </dgm:pt>
    <dgm:pt modelId="{4A0BF20F-15B6-49D2-9C25-2DB49C1EDC86}" type="pres">
      <dgm:prSet presAssocID="{E2DA0B55-62B0-4EB3-9F85-05CA211C69DA}" presName="iconBgRect" presStyleLbl="bgShp" presStyleIdx="0" presStyleCnt="2"/>
      <dgm:spPr/>
    </dgm:pt>
    <dgm:pt modelId="{EE96524F-FE2E-4C47-A249-5AD3208A2270}" type="pres">
      <dgm:prSet presAssocID="{E2DA0B55-62B0-4EB3-9F85-05CA211C69D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D1A704B3-1312-4213-8BD7-13DC7825806A}" type="pres">
      <dgm:prSet presAssocID="{E2DA0B55-62B0-4EB3-9F85-05CA211C69DA}" presName="spaceRect" presStyleCnt="0"/>
      <dgm:spPr/>
    </dgm:pt>
    <dgm:pt modelId="{154016FB-13CD-4350-86A1-ADDF4EEBE81D}" type="pres">
      <dgm:prSet presAssocID="{E2DA0B55-62B0-4EB3-9F85-05CA211C69DA}" presName="textRect" presStyleLbl="revTx" presStyleIdx="0" presStyleCnt="2">
        <dgm:presLayoutVars>
          <dgm:chMax val="1"/>
          <dgm:chPref val="1"/>
        </dgm:presLayoutVars>
      </dgm:prSet>
      <dgm:spPr/>
    </dgm:pt>
    <dgm:pt modelId="{B3072146-1F2E-417D-B01C-031E8DEE845C}" type="pres">
      <dgm:prSet presAssocID="{1F4DC19B-EFF0-4F5B-97C9-20D3A262EF2C}" presName="sibTrans" presStyleLbl="sibTrans2D1" presStyleIdx="0" presStyleCnt="0"/>
      <dgm:spPr/>
    </dgm:pt>
    <dgm:pt modelId="{5D9C995C-E836-4E2D-B04F-2CD91D9E8831}" type="pres">
      <dgm:prSet presAssocID="{8FC34A03-F134-4041-A4CE-1F4137E0829C}" presName="compNode" presStyleCnt="0"/>
      <dgm:spPr/>
    </dgm:pt>
    <dgm:pt modelId="{15133A96-152A-4B87-9C24-E693DE085F09}" type="pres">
      <dgm:prSet presAssocID="{8FC34A03-F134-4041-A4CE-1F4137E0829C}" presName="iconBgRect" presStyleLbl="bgShp" presStyleIdx="1" presStyleCnt="2"/>
      <dgm:spPr/>
    </dgm:pt>
    <dgm:pt modelId="{466BFF05-CE03-49A5-B8E2-3D159131BB0B}" type="pres">
      <dgm:prSet presAssocID="{8FC34A03-F134-4041-A4CE-1F4137E0829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ullseye"/>
        </a:ext>
      </dgm:extLst>
    </dgm:pt>
    <dgm:pt modelId="{7B6752DA-9E3B-4B7B-93BC-AE49869752F3}" type="pres">
      <dgm:prSet presAssocID="{8FC34A03-F134-4041-A4CE-1F4137E0829C}" presName="spaceRect" presStyleCnt="0"/>
      <dgm:spPr/>
    </dgm:pt>
    <dgm:pt modelId="{9505D099-4394-4798-85FE-705AD3F49B99}" type="pres">
      <dgm:prSet presAssocID="{8FC34A03-F134-4041-A4CE-1F4137E0829C}" presName="textRect" presStyleLbl="revTx" presStyleIdx="1" presStyleCnt="2">
        <dgm:presLayoutVars>
          <dgm:chMax val="1"/>
          <dgm:chPref val="1"/>
        </dgm:presLayoutVars>
      </dgm:prSet>
      <dgm:spPr/>
    </dgm:pt>
  </dgm:ptLst>
  <dgm:cxnLst>
    <dgm:cxn modelId="{DD17AA43-F08E-4016-84D0-D7B4F42ECAB7}" srcId="{AF4F6D83-806F-4AFF-9248-F8ED25B15757}" destId="{8FC34A03-F134-4041-A4CE-1F4137E0829C}" srcOrd="1" destOrd="0" parTransId="{6BE6D136-40A1-4DDF-BF6E-9E2C05CF93EB}" sibTransId="{2EC406A2-380A-4064-80B6-36E559177EC1}"/>
    <dgm:cxn modelId="{0D11A8A9-1065-4177-9E70-364092129C24}" type="presOf" srcId="{8FC34A03-F134-4041-A4CE-1F4137E0829C}" destId="{9505D099-4394-4798-85FE-705AD3F49B99}" srcOrd="0" destOrd="0" presId="urn:microsoft.com/office/officeart/2018/2/layout/IconCircleList"/>
    <dgm:cxn modelId="{AD4777AD-E41C-4143-A24E-E6A3CF9BBB9E}" type="presOf" srcId="{E2DA0B55-62B0-4EB3-9F85-05CA211C69DA}" destId="{154016FB-13CD-4350-86A1-ADDF4EEBE81D}" srcOrd="0" destOrd="0" presId="urn:microsoft.com/office/officeart/2018/2/layout/IconCircleList"/>
    <dgm:cxn modelId="{698DCBCE-2C5A-41EC-9056-401A7903267C}" srcId="{AF4F6D83-806F-4AFF-9248-F8ED25B15757}" destId="{E2DA0B55-62B0-4EB3-9F85-05CA211C69DA}" srcOrd="0" destOrd="0" parTransId="{35E39E4D-C60A-4A84-AD53-56154A62B451}" sibTransId="{1F4DC19B-EFF0-4F5B-97C9-20D3A262EF2C}"/>
    <dgm:cxn modelId="{04001FEF-B7C7-491A-864C-AADD335D354D}" type="presOf" srcId="{AF4F6D83-806F-4AFF-9248-F8ED25B15757}" destId="{E5828DE4-1C99-4240-8062-76DE8DA15FA4}" srcOrd="0" destOrd="0" presId="urn:microsoft.com/office/officeart/2018/2/layout/IconCircleList"/>
    <dgm:cxn modelId="{4E5157FC-6245-457B-8D31-AD014F94CF90}" type="presOf" srcId="{1F4DC19B-EFF0-4F5B-97C9-20D3A262EF2C}" destId="{B3072146-1F2E-417D-B01C-031E8DEE845C}" srcOrd="0" destOrd="0" presId="urn:microsoft.com/office/officeart/2018/2/layout/IconCircleList"/>
    <dgm:cxn modelId="{1BDB8545-43EB-479E-9F8C-748E56454613}" type="presParOf" srcId="{E5828DE4-1C99-4240-8062-76DE8DA15FA4}" destId="{9B2B11BF-1D8F-4F7D-B420-523A468F2AA8}" srcOrd="0" destOrd="0" presId="urn:microsoft.com/office/officeart/2018/2/layout/IconCircleList"/>
    <dgm:cxn modelId="{B213AAFE-0F87-43E4-B78A-95C45E772CD6}" type="presParOf" srcId="{9B2B11BF-1D8F-4F7D-B420-523A468F2AA8}" destId="{BD33AF31-3AB2-4B1F-B9B5-F2CAB1FAEAA1}" srcOrd="0" destOrd="0" presId="urn:microsoft.com/office/officeart/2018/2/layout/IconCircleList"/>
    <dgm:cxn modelId="{00B57EF7-91A0-49E9-A6E2-894C9FC5AA5E}" type="presParOf" srcId="{BD33AF31-3AB2-4B1F-B9B5-F2CAB1FAEAA1}" destId="{4A0BF20F-15B6-49D2-9C25-2DB49C1EDC86}" srcOrd="0" destOrd="0" presId="urn:microsoft.com/office/officeart/2018/2/layout/IconCircleList"/>
    <dgm:cxn modelId="{BBC255A1-CF6B-4B7B-9FF7-423C6512F085}" type="presParOf" srcId="{BD33AF31-3AB2-4B1F-B9B5-F2CAB1FAEAA1}" destId="{EE96524F-FE2E-4C47-A249-5AD3208A2270}" srcOrd="1" destOrd="0" presId="urn:microsoft.com/office/officeart/2018/2/layout/IconCircleList"/>
    <dgm:cxn modelId="{C99CC3D0-416C-4DA9-9632-069DD876A567}" type="presParOf" srcId="{BD33AF31-3AB2-4B1F-B9B5-F2CAB1FAEAA1}" destId="{D1A704B3-1312-4213-8BD7-13DC7825806A}" srcOrd="2" destOrd="0" presId="urn:microsoft.com/office/officeart/2018/2/layout/IconCircleList"/>
    <dgm:cxn modelId="{C8210353-34B5-43D8-BBE3-462603AB2B3C}" type="presParOf" srcId="{BD33AF31-3AB2-4B1F-B9B5-F2CAB1FAEAA1}" destId="{154016FB-13CD-4350-86A1-ADDF4EEBE81D}" srcOrd="3" destOrd="0" presId="urn:microsoft.com/office/officeart/2018/2/layout/IconCircleList"/>
    <dgm:cxn modelId="{9E9F8BD1-074A-4E0C-81CA-6943B8755AFB}" type="presParOf" srcId="{9B2B11BF-1D8F-4F7D-B420-523A468F2AA8}" destId="{B3072146-1F2E-417D-B01C-031E8DEE845C}" srcOrd="1" destOrd="0" presId="urn:microsoft.com/office/officeart/2018/2/layout/IconCircleList"/>
    <dgm:cxn modelId="{5BBDAE27-9A68-44F1-9162-4E2BCB87E499}" type="presParOf" srcId="{9B2B11BF-1D8F-4F7D-B420-523A468F2AA8}" destId="{5D9C995C-E836-4E2D-B04F-2CD91D9E8831}" srcOrd="2" destOrd="0" presId="urn:microsoft.com/office/officeart/2018/2/layout/IconCircleList"/>
    <dgm:cxn modelId="{8767671A-2B7F-4885-BFC4-9C0615A1DAA3}" type="presParOf" srcId="{5D9C995C-E836-4E2D-B04F-2CD91D9E8831}" destId="{15133A96-152A-4B87-9C24-E693DE085F09}" srcOrd="0" destOrd="0" presId="urn:microsoft.com/office/officeart/2018/2/layout/IconCircleList"/>
    <dgm:cxn modelId="{A6036C7C-34B7-4706-883F-5DE5BEBC1C2E}" type="presParOf" srcId="{5D9C995C-E836-4E2D-B04F-2CD91D9E8831}" destId="{466BFF05-CE03-49A5-B8E2-3D159131BB0B}" srcOrd="1" destOrd="0" presId="urn:microsoft.com/office/officeart/2018/2/layout/IconCircleList"/>
    <dgm:cxn modelId="{C8ABE856-6C56-4028-82A0-FD241F3B3184}" type="presParOf" srcId="{5D9C995C-E836-4E2D-B04F-2CD91D9E8831}" destId="{7B6752DA-9E3B-4B7B-93BC-AE49869752F3}" srcOrd="2" destOrd="0" presId="urn:microsoft.com/office/officeart/2018/2/layout/IconCircleList"/>
    <dgm:cxn modelId="{9ABCC975-1A47-4E5F-8EB2-57A9B9504DD2}" type="presParOf" srcId="{5D9C995C-E836-4E2D-B04F-2CD91D9E8831}" destId="{9505D099-4394-4798-85FE-705AD3F49B99}"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D911736-1CD8-4C50-9F76-DCB1A09D6A1E}"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9BE18031-8BC1-4D93-BA21-FD0F5E987C54}">
      <dgm:prSet/>
      <dgm:spPr/>
      <dgm:t>
        <a:bodyPr/>
        <a:lstStyle/>
        <a:p>
          <a:pPr algn="l"/>
          <a:r>
            <a:rPr lang="en-US" b="1"/>
            <a:t>•  H </a:t>
          </a:r>
          <a:r>
            <a:rPr lang="en-US"/>
            <a:t>ospital</a:t>
          </a:r>
        </a:p>
      </dgm:t>
    </dgm:pt>
    <dgm:pt modelId="{AF11A463-381B-4019-9569-8B14065E8151}" type="parTrans" cxnId="{D5AB0FEB-06DA-4F3F-A701-C641D734D624}">
      <dgm:prSet/>
      <dgm:spPr/>
      <dgm:t>
        <a:bodyPr/>
        <a:lstStyle/>
        <a:p>
          <a:pPr algn="l"/>
          <a:endParaRPr lang="en-US"/>
        </a:p>
      </dgm:t>
    </dgm:pt>
    <dgm:pt modelId="{800D5E1B-282B-4D73-A789-4924F5873DBD}" type="sibTrans" cxnId="{D5AB0FEB-06DA-4F3F-A701-C641D734D624}">
      <dgm:prSet/>
      <dgm:spPr/>
      <dgm:t>
        <a:bodyPr/>
        <a:lstStyle/>
        <a:p>
          <a:pPr algn="l"/>
          <a:endParaRPr lang="en-US"/>
        </a:p>
      </dgm:t>
    </dgm:pt>
    <dgm:pt modelId="{DDB325A9-1F3A-42F3-B1F2-61BD37D83330}">
      <dgm:prSet/>
      <dgm:spPr/>
      <dgm:t>
        <a:bodyPr/>
        <a:lstStyle/>
        <a:p>
          <a:pPr algn="l"/>
          <a:r>
            <a:rPr lang="en-US" b="1" dirty="0"/>
            <a:t>•  C </a:t>
          </a:r>
          <a:r>
            <a:rPr lang="en-US" dirty="0" err="1"/>
            <a:t>onsumer</a:t>
          </a:r>
          <a:endParaRPr lang="en-US" dirty="0"/>
        </a:p>
      </dgm:t>
    </dgm:pt>
    <dgm:pt modelId="{92BF9145-7B98-44A4-8BEA-34D4624A1C1B}" type="parTrans" cxnId="{EA4ECDED-F44E-4D26-A089-7AA76DF8A164}">
      <dgm:prSet/>
      <dgm:spPr/>
      <dgm:t>
        <a:bodyPr/>
        <a:lstStyle/>
        <a:p>
          <a:pPr algn="l"/>
          <a:endParaRPr lang="en-US"/>
        </a:p>
      </dgm:t>
    </dgm:pt>
    <dgm:pt modelId="{87CD09FE-1FA2-439A-9B94-0109F4CBC9AF}" type="sibTrans" cxnId="{EA4ECDED-F44E-4D26-A089-7AA76DF8A164}">
      <dgm:prSet/>
      <dgm:spPr/>
      <dgm:t>
        <a:bodyPr/>
        <a:lstStyle/>
        <a:p>
          <a:pPr algn="l"/>
          <a:endParaRPr lang="en-US"/>
        </a:p>
      </dgm:t>
    </dgm:pt>
    <dgm:pt modelId="{98C8D4B0-4902-4481-9624-595B21DB61BF}">
      <dgm:prSet/>
      <dgm:spPr/>
      <dgm:t>
        <a:bodyPr/>
        <a:lstStyle/>
        <a:p>
          <a:pPr algn="l"/>
          <a:r>
            <a:rPr lang="en-US" b="1"/>
            <a:t>•  A </a:t>
          </a:r>
          <a:r>
            <a:rPr lang="en-US"/>
            <a:t>ssessment of</a:t>
          </a:r>
        </a:p>
      </dgm:t>
    </dgm:pt>
    <dgm:pt modelId="{CE8EB1D4-1C8B-45B4-9230-4FF54E445370}" type="parTrans" cxnId="{EAFB5148-C964-4832-A838-F091FE9F29EE}">
      <dgm:prSet/>
      <dgm:spPr/>
      <dgm:t>
        <a:bodyPr/>
        <a:lstStyle/>
        <a:p>
          <a:pPr algn="l"/>
          <a:endParaRPr lang="en-US"/>
        </a:p>
      </dgm:t>
    </dgm:pt>
    <dgm:pt modelId="{28DD34E8-4179-4309-A7D5-76835837BDB8}" type="sibTrans" cxnId="{EAFB5148-C964-4832-A838-F091FE9F29EE}">
      <dgm:prSet/>
      <dgm:spPr/>
      <dgm:t>
        <a:bodyPr/>
        <a:lstStyle/>
        <a:p>
          <a:pPr algn="l"/>
          <a:endParaRPr lang="en-US"/>
        </a:p>
      </dgm:t>
    </dgm:pt>
    <dgm:pt modelId="{27872159-59A0-43E9-9607-3E3D65050BD7}">
      <dgm:prSet/>
      <dgm:spPr/>
      <dgm:t>
        <a:bodyPr/>
        <a:lstStyle/>
        <a:p>
          <a:pPr algn="l"/>
          <a:r>
            <a:rPr lang="en-US" b="1"/>
            <a:t>•  H </a:t>
          </a:r>
          <a:r>
            <a:rPr lang="en-US"/>
            <a:t>ealthcare</a:t>
          </a:r>
        </a:p>
      </dgm:t>
    </dgm:pt>
    <dgm:pt modelId="{3AB6BD73-EAE5-4005-8713-4C322D92452A}" type="parTrans" cxnId="{39C6805F-D56E-4538-B98A-0BFA3D5E311D}">
      <dgm:prSet/>
      <dgm:spPr/>
      <dgm:t>
        <a:bodyPr/>
        <a:lstStyle/>
        <a:p>
          <a:pPr algn="l"/>
          <a:endParaRPr lang="en-US"/>
        </a:p>
      </dgm:t>
    </dgm:pt>
    <dgm:pt modelId="{EBCF0BAF-F481-45DE-A4CE-C22277E70CDB}" type="sibTrans" cxnId="{39C6805F-D56E-4538-B98A-0BFA3D5E311D}">
      <dgm:prSet/>
      <dgm:spPr/>
      <dgm:t>
        <a:bodyPr/>
        <a:lstStyle/>
        <a:p>
          <a:pPr algn="l"/>
          <a:endParaRPr lang="en-US"/>
        </a:p>
      </dgm:t>
    </dgm:pt>
    <dgm:pt modelId="{F86D175D-5FFE-4A04-95E5-5F19D1ED08F0}">
      <dgm:prSet/>
      <dgm:spPr/>
      <dgm:t>
        <a:bodyPr/>
        <a:lstStyle/>
        <a:p>
          <a:pPr algn="l"/>
          <a:r>
            <a:rPr lang="en-US" b="1"/>
            <a:t>•  P </a:t>
          </a:r>
          <a:r>
            <a:rPr lang="en-US"/>
            <a:t>roviders and</a:t>
          </a:r>
        </a:p>
      </dgm:t>
    </dgm:pt>
    <dgm:pt modelId="{8A4C1573-4B04-4083-AD6C-5A471A083129}" type="parTrans" cxnId="{A2A93B64-3378-4F9D-BC5B-8C1AEA208EA5}">
      <dgm:prSet/>
      <dgm:spPr/>
      <dgm:t>
        <a:bodyPr/>
        <a:lstStyle/>
        <a:p>
          <a:pPr algn="l"/>
          <a:endParaRPr lang="en-US"/>
        </a:p>
      </dgm:t>
    </dgm:pt>
    <dgm:pt modelId="{6FE18164-7D88-42D8-AE53-92492C0BB667}" type="sibTrans" cxnId="{A2A93B64-3378-4F9D-BC5B-8C1AEA208EA5}">
      <dgm:prSet/>
      <dgm:spPr/>
      <dgm:t>
        <a:bodyPr/>
        <a:lstStyle/>
        <a:p>
          <a:pPr algn="l"/>
          <a:endParaRPr lang="en-US"/>
        </a:p>
      </dgm:t>
    </dgm:pt>
    <dgm:pt modelId="{C4B61438-816B-4F27-B2F4-E0E6133DB87A}">
      <dgm:prSet/>
      <dgm:spPr/>
      <dgm:t>
        <a:bodyPr/>
        <a:lstStyle/>
        <a:p>
          <a:pPr algn="l"/>
          <a:r>
            <a:rPr lang="en-US" b="1"/>
            <a:t>•  S </a:t>
          </a:r>
          <a:r>
            <a:rPr lang="en-US"/>
            <a:t>ystems</a:t>
          </a:r>
        </a:p>
      </dgm:t>
    </dgm:pt>
    <dgm:pt modelId="{2CF295A9-96DA-47E3-BFE7-C9F6A84C6912}" type="parTrans" cxnId="{5E5FE281-0065-48A0-896D-C57DCE46180A}">
      <dgm:prSet/>
      <dgm:spPr/>
      <dgm:t>
        <a:bodyPr/>
        <a:lstStyle/>
        <a:p>
          <a:pPr algn="l"/>
          <a:endParaRPr lang="en-US"/>
        </a:p>
      </dgm:t>
    </dgm:pt>
    <dgm:pt modelId="{C40D0B9D-1825-4334-8A82-5556741385CA}" type="sibTrans" cxnId="{5E5FE281-0065-48A0-896D-C57DCE46180A}">
      <dgm:prSet/>
      <dgm:spPr/>
      <dgm:t>
        <a:bodyPr/>
        <a:lstStyle/>
        <a:p>
          <a:pPr algn="l"/>
          <a:endParaRPr lang="en-US"/>
        </a:p>
      </dgm:t>
    </dgm:pt>
    <dgm:pt modelId="{5072A94A-1404-425A-8849-DD1CFA1C883A}" type="pres">
      <dgm:prSet presAssocID="{CD911736-1CD8-4C50-9F76-DCB1A09D6A1E}" presName="vert0" presStyleCnt="0">
        <dgm:presLayoutVars>
          <dgm:dir/>
          <dgm:animOne val="branch"/>
          <dgm:animLvl val="lvl"/>
        </dgm:presLayoutVars>
      </dgm:prSet>
      <dgm:spPr/>
    </dgm:pt>
    <dgm:pt modelId="{1D580873-31B1-45E3-9E1F-21A15CCDA3A8}" type="pres">
      <dgm:prSet presAssocID="{9BE18031-8BC1-4D93-BA21-FD0F5E987C54}" presName="thickLine" presStyleLbl="alignNode1" presStyleIdx="0" presStyleCnt="6"/>
      <dgm:spPr/>
    </dgm:pt>
    <dgm:pt modelId="{06997EFE-2259-40B5-871C-B517CD25020D}" type="pres">
      <dgm:prSet presAssocID="{9BE18031-8BC1-4D93-BA21-FD0F5E987C54}" presName="horz1" presStyleCnt="0"/>
      <dgm:spPr/>
    </dgm:pt>
    <dgm:pt modelId="{95AE3EF1-A3E2-41BE-A700-3431886C6509}" type="pres">
      <dgm:prSet presAssocID="{9BE18031-8BC1-4D93-BA21-FD0F5E987C54}" presName="tx1" presStyleLbl="revTx" presStyleIdx="0" presStyleCnt="6"/>
      <dgm:spPr/>
    </dgm:pt>
    <dgm:pt modelId="{50820CB6-ABA2-4B87-B079-E0AC9D371608}" type="pres">
      <dgm:prSet presAssocID="{9BE18031-8BC1-4D93-BA21-FD0F5E987C54}" presName="vert1" presStyleCnt="0"/>
      <dgm:spPr/>
    </dgm:pt>
    <dgm:pt modelId="{BA8A5DC1-EFDC-4985-9FF9-4FC58101799D}" type="pres">
      <dgm:prSet presAssocID="{DDB325A9-1F3A-42F3-B1F2-61BD37D83330}" presName="thickLine" presStyleLbl="alignNode1" presStyleIdx="1" presStyleCnt="6"/>
      <dgm:spPr/>
    </dgm:pt>
    <dgm:pt modelId="{E24DDDC9-5BD6-4F42-A517-71D69926A245}" type="pres">
      <dgm:prSet presAssocID="{DDB325A9-1F3A-42F3-B1F2-61BD37D83330}" presName="horz1" presStyleCnt="0"/>
      <dgm:spPr/>
    </dgm:pt>
    <dgm:pt modelId="{9033B680-31E2-49D0-AA3F-273D43298B52}" type="pres">
      <dgm:prSet presAssocID="{DDB325A9-1F3A-42F3-B1F2-61BD37D83330}" presName="tx1" presStyleLbl="revTx" presStyleIdx="1" presStyleCnt="6"/>
      <dgm:spPr/>
    </dgm:pt>
    <dgm:pt modelId="{7FDA7100-E733-4FD8-85AB-8C79050962D8}" type="pres">
      <dgm:prSet presAssocID="{DDB325A9-1F3A-42F3-B1F2-61BD37D83330}" presName="vert1" presStyleCnt="0"/>
      <dgm:spPr/>
    </dgm:pt>
    <dgm:pt modelId="{0096F2EC-0305-4D43-9889-9CCBB0EA57FD}" type="pres">
      <dgm:prSet presAssocID="{98C8D4B0-4902-4481-9624-595B21DB61BF}" presName="thickLine" presStyleLbl="alignNode1" presStyleIdx="2" presStyleCnt="6"/>
      <dgm:spPr/>
    </dgm:pt>
    <dgm:pt modelId="{6AF27E0F-7C27-4235-898A-A70F51BF76C3}" type="pres">
      <dgm:prSet presAssocID="{98C8D4B0-4902-4481-9624-595B21DB61BF}" presName="horz1" presStyleCnt="0"/>
      <dgm:spPr/>
    </dgm:pt>
    <dgm:pt modelId="{5E4D23F4-3126-438C-B688-44E4C7218522}" type="pres">
      <dgm:prSet presAssocID="{98C8D4B0-4902-4481-9624-595B21DB61BF}" presName="tx1" presStyleLbl="revTx" presStyleIdx="2" presStyleCnt="6"/>
      <dgm:spPr/>
    </dgm:pt>
    <dgm:pt modelId="{8C813075-0B03-4E1D-83AA-B42F85F112E5}" type="pres">
      <dgm:prSet presAssocID="{98C8D4B0-4902-4481-9624-595B21DB61BF}" presName="vert1" presStyleCnt="0"/>
      <dgm:spPr/>
    </dgm:pt>
    <dgm:pt modelId="{E4FB14D4-FD9A-4763-8C0A-DC5C47632A9C}" type="pres">
      <dgm:prSet presAssocID="{27872159-59A0-43E9-9607-3E3D65050BD7}" presName="thickLine" presStyleLbl="alignNode1" presStyleIdx="3" presStyleCnt="6"/>
      <dgm:spPr/>
    </dgm:pt>
    <dgm:pt modelId="{39BD7863-8E04-43B5-AEC6-DAA427066463}" type="pres">
      <dgm:prSet presAssocID="{27872159-59A0-43E9-9607-3E3D65050BD7}" presName="horz1" presStyleCnt="0"/>
      <dgm:spPr/>
    </dgm:pt>
    <dgm:pt modelId="{6E25E955-2B4C-4521-A2A1-3F33D80C9D98}" type="pres">
      <dgm:prSet presAssocID="{27872159-59A0-43E9-9607-3E3D65050BD7}" presName="tx1" presStyleLbl="revTx" presStyleIdx="3" presStyleCnt="6"/>
      <dgm:spPr/>
    </dgm:pt>
    <dgm:pt modelId="{78CD9350-0E14-46E1-9640-9FC9EC3C6B3E}" type="pres">
      <dgm:prSet presAssocID="{27872159-59A0-43E9-9607-3E3D65050BD7}" presName="vert1" presStyleCnt="0"/>
      <dgm:spPr/>
    </dgm:pt>
    <dgm:pt modelId="{E805F8AF-575A-45AF-8F68-841EB79932A6}" type="pres">
      <dgm:prSet presAssocID="{F86D175D-5FFE-4A04-95E5-5F19D1ED08F0}" presName="thickLine" presStyleLbl="alignNode1" presStyleIdx="4" presStyleCnt="6"/>
      <dgm:spPr/>
    </dgm:pt>
    <dgm:pt modelId="{D15C0579-99ED-4C0F-98DE-852789BF2C9E}" type="pres">
      <dgm:prSet presAssocID="{F86D175D-5FFE-4A04-95E5-5F19D1ED08F0}" presName="horz1" presStyleCnt="0"/>
      <dgm:spPr/>
    </dgm:pt>
    <dgm:pt modelId="{4DC51350-C039-40FD-A53C-24DEA23C10B3}" type="pres">
      <dgm:prSet presAssocID="{F86D175D-5FFE-4A04-95E5-5F19D1ED08F0}" presName="tx1" presStyleLbl="revTx" presStyleIdx="4" presStyleCnt="6"/>
      <dgm:spPr/>
    </dgm:pt>
    <dgm:pt modelId="{B4E30E5E-6DE8-4158-A088-16D523D0B4B1}" type="pres">
      <dgm:prSet presAssocID="{F86D175D-5FFE-4A04-95E5-5F19D1ED08F0}" presName="vert1" presStyleCnt="0"/>
      <dgm:spPr/>
    </dgm:pt>
    <dgm:pt modelId="{B5C413F9-3C47-4BC7-A652-5BEF262D75B8}" type="pres">
      <dgm:prSet presAssocID="{C4B61438-816B-4F27-B2F4-E0E6133DB87A}" presName="thickLine" presStyleLbl="alignNode1" presStyleIdx="5" presStyleCnt="6"/>
      <dgm:spPr/>
    </dgm:pt>
    <dgm:pt modelId="{6C994676-BB49-4BDD-AF47-0C5AB252729E}" type="pres">
      <dgm:prSet presAssocID="{C4B61438-816B-4F27-B2F4-E0E6133DB87A}" presName="horz1" presStyleCnt="0"/>
      <dgm:spPr/>
    </dgm:pt>
    <dgm:pt modelId="{97649C1C-595C-47F4-9D08-46E83568B16B}" type="pres">
      <dgm:prSet presAssocID="{C4B61438-816B-4F27-B2F4-E0E6133DB87A}" presName="tx1" presStyleLbl="revTx" presStyleIdx="5" presStyleCnt="6"/>
      <dgm:spPr/>
    </dgm:pt>
    <dgm:pt modelId="{2DD794F2-FF0A-474D-B40D-1058EAF35BCE}" type="pres">
      <dgm:prSet presAssocID="{C4B61438-816B-4F27-B2F4-E0E6133DB87A}" presName="vert1" presStyleCnt="0"/>
      <dgm:spPr/>
    </dgm:pt>
  </dgm:ptLst>
  <dgm:cxnLst>
    <dgm:cxn modelId="{93165936-65F7-40BA-AE53-4B1E70CB438B}" type="presOf" srcId="{9BE18031-8BC1-4D93-BA21-FD0F5E987C54}" destId="{95AE3EF1-A3E2-41BE-A700-3431886C6509}" srcOrd="0" destOrd="0" presId="urn:microsoft.com/office/officeart/2008/layout/LinedList"/>
    <dgm:cxn modelId="{C5536940-EC03-4985-808B-B8E28292C487}" type="presOf" srcId="{CD911736-1CD8-4C50-9F76-DCB1A09D6A1E}" destId="{5072A94A-1404-425A-8849-DD1CFA1C883A}" srcOrd="0" destOrd="0" presId="urn:microsoft.com/office/officeart/2008/layout/LinedList"/>
    <dgm:cxn modelId="{39C6805F-D56E-4538-B98A-0BFA3D5E311D}" srcId="{CD911736-1CD8-4C50-9F76-DCB1A09D6A1E}" destId="{27872159-59A0-43E9-9607-3E3D65050BD7}" srcOrd="3" destOrd="0" parTransId="{3AB6BD73-EAE5-4005-8713-4C322D92452A}" sibTransId="{EBCF0BAF-F481-45DE-A4CE-C22277E70CDB}"/>
    <dgm:cxn modelId="{A2A93B64-3378-4F9D-BC5B-8C1AEA208EA5}" srcId="{CD911736-1CD8-4C50-9F76-DCB1A09D6A1E}" destId="{F86D175D-5FFE-4A04-95E5-5F19D1ED08F0}" srcOrd="4" destOrd="0" parTransId="{8A4C1573-4B04-4083-AD6C-5A471A083129}" sibTransId="{6FE18164-7D88-42D8-AE53-92492C0BB667}"/>
    <dgm:cxn modelId="{EAFB5148-C964-4832-A838-F091FE9F29EE}" srcId="{CD911736-1CD8-4C50-9F76-DCB1A09D6A1E}" destId="{98C8D4B0-4902-4481-9624-595B21DB61BF}" srcOrd="2" destOrd="0" parTransId="{CE8EB1D4-1C8B-45B4-9230-4FF54E445370}" sibTransId="{28DD34E8-4179-4309-A7D5-76835837BDB8}"/>
    <dgm:cxn modelId="{468E3D4A-C2D3-42D3-B6DF-5D927B8F118B}" type="presOf" srcId="{27872159-59A0-43E9-9607-3E3D65050BD7}" destId="{6E25E955-2B4C-4521-A2A1-3F33D80C9D98}" srcOrd="0" destOrd="0" presId="urn:microsoft.com/office/officeart/2008/layout/LinedList"/>
    <dgm:cxn modelId="{5E5FE281-0065-48A0-896D-C57DCE46180A}" srcId="{CD911736-1CD8-4C50-9F76-DCB1A09D6A1E}" destId="{C4B61438-816B-4F27-B2F4-E0E6133DB87A}" srcOrd="5" destOrd="0" parTransId="{2CF295A9-96DA-47E3-BFE7-C9F6A84C6912}" sibTransId="{C40D0B9D-1825-4334-8A82-5556741385CA}"/>
    <dgm:cxn modelId="{9B80BEA4-251A-4C0D-9C9B-26B4D785212F}" type="presOf" srcId="{C4B61438-816B-4F27-B2F4-E0E6133DB87A}" destId="{97649C1C-595C-47F4-9D08-46E83568B16B}" srcOrd="0" destOrd="0" presId="urn:microsoft.com/office/officeart/2008/layout/LinedList"/>
    <dgm:cxn modelId="{8808A7B0-2F29-48BF-B38F-11BD220BE2A9}" type="presOf" srcId="{DDB325A9-1F3A-42F3-B1F2-61BD37D83330}" destId="{9033B680-31E2-49D0-AA3F-273D43298B52}" srcOrd="0" destOrd="0" presId="urn:microsoft.com/office/officeart/2008/layout/LinedList"/>
    <dgm:cxn modelId="{FBDFDFBE-CCC7-4895-83E7-962D1AAF8305}" type="presOf" srcId="{F86D175D-5FFE-4A04-95E5-5F19D1ED08F0}" destId="{4DC51350-C039-40FD-A53C-24DEA23C10B3}" srcOrd="0" destOrd="0" presId="urn:microsoft.com/office/officeart/2008/layout/LinedList"/>
    <dgm:cxn modelId="{619358D8-09EF-4E3A-BB59-7786D7D166C4}" type="presOf" srcId="{98C8D4B0-4902-4481-9624-595B21DB61BF}" destId="{5E4D23F4-3126-438C-B688-44E4C7218522}" srcOrd="0" destOrd="0" presId="urn:microsoft.com/office/officeart/2008/layout/LinedList"/>
    <dgm:cxn modelId="{D5AB0FEB-06DA-4F3F-A701-C641D734D624}" srcId="{CD911736-1CD8-4C50-9F76-DCB1A09D6A1E}" destId="{9BE18031-8BC1-4D93-BA21-FD0F5E987C54}" srcOrd="0" destOrd="0" parTransId="{AF11A463-381B-4019-9569-8B14065E8151}" sibTransId="{800D5E1B-282B-4D73-A789-4924F5873DBD}"/>
    <dgm:cxn modelId="{EA4ECDED-F44E-4D26-A089-7AA76DF8A164}" srcId="{CD911736-1CD8-4C50-9F76-DCB1A09D6A1E}" destId="{DDB325A9-1F3A-42F3-B1F2-61BD37D83330}" srcOrd="1" destOrd="0" parTransId="{92BF9145-7B98-44A4-8BEA-34D4624A1C1B}" sibTransId="{87CD09FE-1FA2-439A-9B94-0109F4CBC9AF}"/>
    <dgm:cxn modelId="{DA9F9783-A5B4-4052-BF71-C13A2D2CABFE}" type="presParOf" srcId="{5072A94A-1404-425A-8849-DD1CFA1C883A}" destId="{1D580873-31B1-45E3-9E1F-21A15CCDA3A8}" srcOrd="0" destOrd="0" presId="urn:microsoft.com/office/officeart/2008/layout/LinedList"/>
    <dgm:cxn modelId="{DBC60A20-951C-44F4-A9B2-00EA469BDC20}" type="presParOf" srcId="{5072A94A-1404-425A-8849-DD1CFA1C883A}" destId="{06997EFE-2259-40B5-871C-B517CD25020D}" srcOrd="1" destOrd="0" presId="urn:microsoft.com/office/officeart/2008/layout/LinedList"/>
    <dgm:cxn modelId="{9B6D95AE-419D-4C14-8DB8-9ED056BA8311}" type="presParOf" srcId="{06997EFE-2259-40B5-871C-B517CD25020D}" destId="{95AE3EF1-A3E2-41BE-A700-3431886C6509}" srcOrd="0" destOrd="0" presId="urn:microsoft.com/office/officeart/2008/layout/LinedList"/>
    <dgm:cxn modelId="{82F51EE1-3BC3-4E48-BF54-99DE581EFC24}" type="presParOf" srcId="{06997EFE-2259-40B5-871C-B517CD25020D}" destId="{50820CB6-ABA2-4B87-B079-E0AC9D371608}" srcOrd="1" destOrd="0" presId="urn:microsoft.com/office/officeart/2008/layout/LinedList"/>
    <dgm:cxn modelId="{3106A2C6-2E41-4DA2-99B2-33B07C5F1FD1}" type="presParOf" srcId="{5072A94A-1404-425A-8849-DD1CFA1C883A}" destId="{BA8A5DC1-EFDC-4985-9FF9-4FC58101799D}" srcOrd="2" destOrd="0" presId="urn:microsoft.com/office/officeart/2008/layout/LinedList"/>
    <dgm:cxn modelId="{BFF64921-C3EA-4A64-842E-2C3ED5276A22}" type="presParOf" srcId="{5072A94A-1404-425A-8849-DD1CFA1C883A}" destId="{E24DDDC9-5BD6-4F42-A517-71D69926A245}" srcOrd="3" destOrd="0" presId="urn:microsoft.com/office/officeart/2008/layout/LinedList"/>
    <dgm:cxn modelId="{C4202614-AAD9-4761-972B-E878FA6D2B02}" type="presParOf" srcId="{E24DDDC9-5BD6-4F42-A517-71D69926A245}" destId="{9033B680-31E2-49D0-AA3F-273D43298B52}" srcOrd="0" destOrd="0" presId="urn:microsoft.com/office/officeart/2008/layout/LinedList"/>
    <dgm:cxn modelId="{993B87BC-B51C-49E5-AF5F-DFD948A7B8CE}" type="presParOf" srcId="{E24DDDC9-5BD6-4F42-A517-71D69926A245}" destId="{7FDA7100-E733-4FD8-85AB-8C79050962D8}" srcOrd="1" destOrd="0" presId="urn:microsoft.com/office/officeart/2008/layout/LinedList"/>
    <dgm:cxn modelId="{847E62AB-58AF-4FA8-9258-53DB352CDCE2}" type="presParOf" srcId="{5072A94A-1404-425A-8849-DD1CFA1C883A}" destId="{0096F2EC-0305-4D43-9889-9CCBB0EA57FD}" srcOrd="4" destOrd="0" presId="urn:microsoft.com/office/officeart/2008/layout/LinedList"/>
    <dgm:cxn modelId="{0DEF89FA-3F1A-468C-A888-3EC1ED735E63}" type="presParOf" srcId="{5072A94A-1404-425A-8849-DD1CFA1C883A}" destId="{6AF27E0F-7C27-4235-898A-A70F51BF76C3}" srcOrd="5" destOrd="0" presId="urn:microsoft.com/office/officeart/2008/layout/LinedList"/>
    <dgm:cxn modelId="{E8A6D60E-2248-4AD1-9CFD-74DBB201E2B9}" type="presParOf" srcId="{6AF27E0F-7C27-4235-898A-A70F51BF76C3}" destId="{5E4D23F4-3126-438C-B688-44E4C7218522}" srcOrd="0" destOrd="0" presId="urn:microsoft.com/office/officeart/2008/layout/LinedList"/>
    <dgm:cxn modelId="{7EB3AD6D-83C6-4475-9FC7-C1F5ACE59404}" type="presParOf" srcId="{6AF27E0F-7C27-4235-898A-A70F51BF76C3}" destId="{8C813075-0B03-4E1D-83AA-B42F85F112E5}" srcOrd="1" destOrd="0" presId="urn:microsoft.com/office/officeart/2008/layout/LinedList"/>
    <dgm:cxn modelId="{C08ECC49-6C5E-4472-8E16-EE5506C658DD}" type="presParOf" srcId="{5072A94A-1404-425A-8849-DD1CFA1C883A}" destId="{E4FB14D4-FD9A-4763-8C0A-DC5C47632A9C}" srcOrd="6" destOrd="0" presId="urn:microsoft.com/office/officeart/2008/layout/LinedList"/>
    <dgm:cxn modelId="{7638FF75-BD5B-484C-8CD7-890ED4910D9B}" type="presParOf" srcId="{5072A94A-1404-425A-8849-DD1CFA1C883A}" destId="{39BD7863-8E04-43B5-AEC6-DAA427066463}" srcOrd="7" destOrd="0" presId="urn:microsoft.com/office/officeart/2008/layout/LinedList"/>
    <dgm:cxn modelId="{E11A4002-9625-4B38-90A1-293BC6796419}" type="presParOf" srcId="{39BD7863-8E04-43B5-AEC6-DAA427066463}" destId="{6E25E955-2B4C-4521-A2A1-3F33D80C9D98}" srcOrd="0" destOrd="0" presId="urn:microsoft.com/office/officeart/2008/layout/LinedList"/>
    <dgm:cxn modelId="{1C0E5A6F-FF18-486D-81E9-A6151A6233B7}" type="presParOf" srcId="{39BD7863-8E04-43B5-AEC6-DAA427066463}" destId="{78CD9350-0E14-46E1-9640-9FC9EC3C6B3E}" srcOrd="1" destOrd="0" presId="urn:microsoft.com/office/officeart/2008/layout/LinedList"/>
    <dgm:cxn modelId="{815907F4-8424-47D8-BD0F-D43A5D19146C}" type="presParOf" srcId="{5072A94A-1404-425A-8849-DD1CFA1C883A}" destId="{E805F8AF-575A-45AF-8F68-841EB79932A6}" srcOrd="8" destOrd="0" presId="urn:microsoft.com/office/officeart/2008/layout/LinedList"/>
    <dgm:cxn modelId="{867C6C93-7341-40DA-97D3-0360E9E90463}" type="presParOf" srcId="{5072A94A-1404-425A-8849-DD1CFA1C883A}" destId="{D15C0579-99ED-4C0F-98DE-852789BF2C9E}" srcOrd="9" destOrd="0" presId="urn:microsoft.com/office/officeart/2008/layout/LinedList"/>
    <dgm:cxn modelId="{85526304-87C5-465E-AA73-2932C774FC48}" type="presParOf" srcId="{D15C0579-99ED-4C0F-98DE-852789BF2C9E}" destId="{4DC51350-C039-40FD-A53C-24DEA23C10B3}" srcOrd="0" destOrd="0" presId="urn:microsoft.com/office/officeart/2008/layout/LinedList"/>
    <dgm:cxn modelId="{450EF0BE-CFC7-4A69-B79F-2828432114F1}" type="presParOf" srcId="{D15C0579-99ED-4C0F-98DE-852789BF2C9E}" destId="{B4E30E5E-6DE8-4158-A088-16D523D0B4B1}" srcOrd="1" destOrd="0" presId="urn:microsoft.com/office/officeart/2008/layout/LinedList"/>
    <dgm:cxn modelId="{8939356B-CAFD-4D77-8C98-DC437DC9D82F}" type="presParOf" srcId="{5072A94A-1404-425A-8849-DD1CFA1C883A}" destId="{B5C413F9-3C47-4BC7-A652-5BEF262D75B8}" srcOrd="10" destOrd="0" presId="urn:microsoft.com/office/officeart/2008/layout/LinedList"/>
    <dgm:cxn modelId="{C09DE7B1-1F95-4238-A43F-BCA2BE539069}" type="presParOf" srcId="{5072A94A-1404-425A-8849-DD1CFA1C883A}" destId="{6C994676-BB49-4BDD-AF47-0C5AB252729E}" srcOrd="11" destOrd="0" presId="urn:microsoft.com/office/officeart/2008/layout/LinedList"/>
    <dgm:cxn modelId="{34F5FAD7-25E6-4EDB-AA8A-D5677516CE80}" type="presParOf" srcId="{6C994676-BB49-4BDD-AF47-0C5AB252729E}" destId="{97649C1C-595C-47F4-9D08-46E83568B16B}" srcOrd="0" destOrd="0" presId="urn:microsoft.com/office/officeart/2008/layout/LinedList"/>
    <dgm:cxn modelId="{95FCB4F5-B027-4325-ACA8-9F96B7E19972}" type="presParOf" srcId="{6C994676-BB49-4BDD-AF47-0C5AB252729E}" destId="{2DD794F2-FF0A-474D-B40D-1058EAF35BC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85C0F82-5B32-4450-A548-B12CBF4353AF}" type="doc">
      <dgm:prSet loTypeId="urn:microsoft.com/office/officeart/2005/8/layout/hierarchy1" loCatId="hierarchy" qsTypeId="urn:microsoft.com/office/officeart/2005/8/quickstyle/simple2" qsCatId="simple" csTypeId="urn:microsoft.com/office/officeart/2005/8/colors/colorful1" csCatId="colorful"/>
      <dgm:spPr/>
      <dgm:t>
        <a:bodyPr/>
        <a:lstStyle/>
        <a:p>
          <a:endParaRPr lang="en-US"/>
        </a:p>
      </dgm:t>
    </dgm:pt>
    <dgm:pt modelId="{3C8F4709-A094-4481-A594-0D49C93BC18B}">
      <dgm:prSet/>
      <dgm:spPr/>
      <dgm:t>
        <a:bodyPr/>
        <a:lstStyle/>
        <a:p>
          <a:r>
            <a:rPr lang="en-US"/>
            <a:t>The HCAHPS survey measures </a:t>
          </a:r>
          <a:br>
            <a:rPr lang="en-US"/>
          </a:br>
          <a:r>
            <a:rPr lang="en-US" i="1"/>
            <a:t>patient perception </a:t>
          </a:r>
          <a:r>
            <a:rPr lang="en-US"/>
            <a:t>of quality</a:t>
          </a:r>
        </a:p>
      </dgm:t>
    </dgm:pt>
    <dgm:pt modelId="{29BA9E39-6A75-43F8-AD1E-14FE228774D1}" type="parTrans" cxnId="{AAA85707-6E54-4E9C-B476-6E753D4F795C}">
      <dgm:prSet/>
      <dgm:spPr/>
      <dgm:t>
        <a:bodyPr/>
        <a:lstStyle/>
        <a:p>
          <a:endParaRPr lang="en-US"/>
        </a:p>
      </dgm:t>
    </dgm:pt>
    <dgm:pt modelId="{AB679161-A160-46F3-8F0A-F488277F2D86}" type="sibTrans" cxnId="{AAA85707-6E54-4E9C-B476-6E753D4F795C}">
      <dgm:prSet/>
      <dgm:spPr/>
      <dgm:t>
        <a:bodyPr/>
        <a:lstStyle/>
        <a:p>
          <a:endParaRPr lang="en-US"/>
        </a:p>
      </dgm:t>
    </dgm:pt>
    <dgm:pt modelId="{57D35018-C2A9-4B33-8F13-F3C83713FF27}">
      <dgm:prSet custT="1"/>
      <dgm:spPr/>
      <dgm:t>
        <a:bodyPr/>
        <a:lstStyle/>
        <a:p>
          <a:pPr algn="ctr"/>
          <a:r>
            <a:rPr lang="en-US" sz="1400" dirty="0"/>
            <a:t>Beyond clinical outcomes – </a:t>
          </a:r>
          <a:br>
            <a:rPr lang="en-US" sz="1400" dirty="0"/>
          </a:br>
          <a:r>
            <a:rPr lang="en-US" sz="1400" dirty="0"/>
            <a:t>how they were treated over </a:t>
          </a:r>
          <a:br>
            <a:rPr lang="en-US" sz="1400" dirty="0"/>
          </a:br>
          <a:r>
            <a:rPr lang="en-US" sz="1400" dirty="0"/>
            <a:t>the course of their care</a:t>
          </a:r>
        </a:p>
      </dgm:t>
    </dgm:pt>
    <dgm:pt modelId="{E1BC24F8-0906-46C0-A0A7-EEEA3B61AE25}" type="parTrans" cxnId="{48BBD0EF-EF1F-4057-96AF-4C16699A5DC4}">
      <dgm:prSet/>
      <dgm:spPr/>
      <dgm:t>
        <a:bodyPr/>
        <a:lstStyle/>
        <a:p>
          <a:endParaRPr lang="en-US"/>
        </a:p>
      </dgm:t>
    </dgm:pt>
    <dgm:pt modelId="{96D9AC39-DE8E-4996-B149-ABF40C244C45}" type="sibTrans" cxnId="{48BBD0EF-EF1F-4057-96AF-4C16699A5DC4}">
      <dgm:prSet/>
      <dgm:spPr/>
      <dgm:t>
        <a:bodyPr/>
        <a:lstStyle/>
        <a:p>
          <a:endParaRPr lang="en-US"/>
        </a:p>
      </dgm:t>
    </dgm:pt>
    <dgm:pt modelId="{6018758B-BDE3-441F-9889-CD69CC7D2352}">
      <dgm:prSet/>
      <dgm:spPr/>
      <dgm:t>
        <a:bodyPr/>
        <a:lstStyle/>
        <a:p>
          <a:r>
            <a:rPr lang="en-US" b="1" dirty="0"/>
            <a:t>THE TOTAL EXPERIENCE</a:t>
          </a:r>
        </a:p>
      </dgm:t>
    </dgm:pt>
    <dgm:pt modelId="{C6B58BA5-4ACA-404C-B97C-C5F06B2EAFD9}" type="parTrans" cxnId="{5C704FB9-243B-4F45-961C-1D9A5CA95AFE}">
      <dgm:prSet/>
      <dgm:spPr/>
      <dgm:t>
        <a:bodyPr/>
        <a:lstStyle/>
        <a:p>
          <a:endParaRPr lang="en-US"/>
        </a:p>
      </dgm:t>
    </dgm:pt>
    <dgm:pt modelId="{F9D04EBE-87B9-44EA-96C2-3D18EE431981}" type="sibTrans" cxnId="{5C704FB9-243B-4F45-961C-1D9A5CA95AFE}">
      <dgm:prSet/>
      <dgm:spPr/>
      <dgm:t>
        <a:bodyPr/>
        <a:lstStyle/>
        <a:p>
          <a:endParaRPr lang="en-US"/>
        </a:p>
      </dgm:t>
    </dgm:pt>
    <dgm:pt modelId="{920B9089-E811-4201-B88D-6490BAEED7D6}" type="pres">
      <dgm:prSet presAssocID="{D85C0F82-5B32-4450-A548-B12CBF4353AF}" presName="hierChild1" presStyleCnt="0">
        <dgm:presLayoutVars>
          <dgm:chPref val="1"/>
          <dgm:dir/>
          <dgm:animOne val="branch"/>
          <dgm:animLvl val="lvl"/>
          <dgm:resizeHandles/>
        </dgm:presLayoutVars>
      </dgm:prSet>
      <dgm:spPr/>
    </dgm:pt>
    <dgm:pt modelId="{A55BB459-C407-45BF-9032-AFC16AEA70F8}" type="pres">
      <dgm:prSet presAssocID="{3C8F4709-A094-4481-A594-0D49C93BC18B}" presName="hierRoot1" presStyleCnt="0"/>
      <dgm:spPr/>
    </dgm:pt>
    <dgm:pt modelId="{A1BF5D29-021F-4F8E-B4B3-2EC921D666A1}" type="pres">
      <dgm:prSet presAssocID="{3C8F4709-A094-4481-A594-0D49C93BC18B}" presName="composite" presStyleCnt="0"/>
      <dgm:spPr/>
    </dgm:pt>
    <dgm:pt modelId="{B0FC42B1-618F-4FFB-9FAB-543CB55C18CA}" type="pres">
      <dgm:prSet presAssocID="{3C8F4709-A094-4481-A594-0D49C93BC18B}" presName="background" presStyleLbl="node0" presStyleIdx="0" presStyleCnt="3"/>
      <dgm:spPr/>
    </dgm:pt>
    <dgm:pt modelId="{A216C4BB-56C4-4B45-A81E-C4BAE68CDDF0}" type="pres">
      <dgm:prSet presAssocID="{3C8F4709-A094-4481-A594-0D49C93BC18B}" presName="text" presStyleLbl="fgAcc0" presStyleIdx="0" presStyleCnt="3">
        <dgm:presLayoutVars>
          <dgm:chPref val="3"/>
        </dgm:presLayoutVars>
      </dgm:prSet>
      <dgm:spPr/>
    </dgm:pt>
    <dgm:pt modelId="{1EFFC670-AEF6-4620-A2D1-264E5A3F8541}" type="pres">
      <dgm:prSet presAssocID="{3C8F4709-A094-4481-A594-0D49C93BC18B}" presName="hierChild2" presStyleCnt="0"/>
      <dgm:spPr/>
    </dgm:pt>
    <dgm:pt modelId="{E80DC0C7-B768-41AF-9185-8B5682C7B1AC}" type="pres">
      <dgm:prSet presAssocID="{57D35018-C2A9-4B33-8F13-F3C83713FF27}" presName="hierRoot1" presStyleCnt="0"/>
      <dgm:spPr/>
    </dgm:pt>
    <dgm:pt modelId="{4526E227-1E2A-4C17-A0BA-F9626B7629BF}" type="pres">
      <dgm:prSet presAssocID="{57D35018-C2A9-4B33-8F13-F3C83713FF27}" presName="composite" presStyleCnt="0"/>
      <dgm:spPr/>
    </dgm:pt>
    <dgm:pt modelId="{005E326C-14BA-4A88-992F-F33D66CBBB55}" type="pres">
      <dgm:prSet presAssocID="{57D35018-C2A9-4B33-8F13-F3C83713FF27}" presName="background" presStyleLbl="node0" presStyleIdx="1" presStyleCnt="3"/>
      <dgm:spPr/>
    </dgm:pt>
    <dgm:pt modelId="{F371BCCC-4FC1-41E2-81D0-1F7BAA3355EA}" type="pres">
      <dgm:prSet presAssocID="{57D35018-C2A9-4B33-8F13-F3C83713FF27}" presName="text" presStyleLbl="fgAcc0" presStyleIdx="1" presStyleCnt="3">
        <dgm:presLayoutVars>
          <dgm:chPref val="3"/>
        </dgm:presLayoutVars>
      </dgm:prSet>
      <dgm:spPr/>
    </dgm:pt>
    <dgm:pt modelId="{1F49BD9A-0D98-48CC-A26E-47BDC81E285E}" type="pres">
      <dgm:prSet presAssocID="{57D35018-C2A9-4B33-8F13-F3C83713FF27}" presName="hierChild2" presStyleCnt="0"/>
      <dgm:spPr/>
    </dgm:pt>
    <dgm:pt modelId="{223D7F81-7FB5-44B8-8A4D-4447F4416DDF}" type="pres">
      <dgm:prSet presAssocID="{6018758B-BDE3-441F-9889-CD69CC7D2352}" presName="hierRoot1" presStyleCnt="0"/>
      <dgm:spPr/>
    </dgm:pt>
    <dgm:pt modelId="{35D83443-AA5D-4538-BBD2-99C9D60E5F7B}" type="pres">
      <dgm:prSet presAssocID="{6018758B-BDE3-441F-9889-CD69CC7D2352}" presName="composite" presStyleCnt="0"/>
      <dgm:spPr/>
    </dgm:pt>
    <dgm:pt modelId="{C26C1663-9CCC-45DC-86EF-69EB83944E66}" type="pres">
      <dgm:prSet presAssocID="{6018758B-BDE3-441F-9889-CD69CC7D2352}" presName="background" presStyleLbl="node0" presStyleIdx="2" presStyleCnt="3"/>
      <dgm:spPr/>
    </dgm:pt>
    <dgm:pt modelId="{B6824DAB-5649-4F62-9239-B1455F042A4C}" type="pres">
      <dgm:prSet presAssocID="{6018758B-BDE3-441F-9889-CD69CC7D2352}" presName="text" presStyleLbl="fgAcc0" presStyleIdx="2" presStyleCnt="3">
        <dgm:presLayoutVars>
          <dgm:chPref val="3"/>
        </dgm:presLayoutVars>
      </dgm:prSet>
      <dgm:spPr/>
    </dgm:pt>
    <dgm:pt modelId="{93AFBC0A-5514-4103-853E-07099C69F22B}" type="pres">
      <dgm:prSet presAssocID="{6018758B-BDE3-441F-9889-CD69CC7D2352}" presName="hierChild2" presStyleCnt="0"/>
      <dgm:spPr/>
    </dgm:pt>
  </dgm:ptLst>
  <dgm:cxnLst>
    <dgm:cxn modelId="{AAA85707-6E54-4E9C-B476-6E753D4F795C}" srcId="{D85C0F82-5B32-4450-A548-B12CBF4353AF}" destId="{3C8F4709-A094-4481-A594-0D49C93BC18B}" srcOrd="0" destOrd="0" parTransId="{29BA9E39-6A75-43F8-AD1E-14FE228774D1}" sibTransId="{AB679161-A160-46F3-8F0A-F488277F2D86}"/>
    <dgm:cxn modelId="{73DB103F-6841-42B0-8AFA-F867B109D158}" type="presOf" srcId="{6018758B-BDE3-441F-9889-CD69CC7D2352}" destId="{B6824DAB-5649-4F62-9239-B1455F042A4C}" srcOrd="0" destOrd="0" presId="urn:microsoft.com/office/officeart/2005/8/layout/hierarchy1"/>
    <dgm:cxn modelId="{24D3AA95-0CC6-4EE5-823F-0B9A7B637EB3}" type="presOf" srcId="{57D35018-C2A9-4B33-8F13-F3C83713FF27}" destId="{F371BCCC-4FC1-41E2-81D0-1F7BAA3355EA}" srcOrd="0" destOrd="0" presId="urn:microsoft.com/office/officeart/2005/8/layout/hierarchy1"/>
    <dgm:cxn modelId="{5C704FB9-243B-4F45-961C-1D9A5CA95AFE}" srcId="{D85C0F82-5B32-4450-A548-B12CBF4353AF}" destId="{6018758B-BDE3-441F-9889-CD69CC7D2352}" srcOrd="2" destOrd="0" parTransId="{C6B58BA5-4ACA-404C-B97C-C5F06B2EAFD9}" sibTransId="{F9D04EBE-87B9-44EA-96C2-3D18EE431981}"/>
    <dgm:cxn modelId="{88542BC2-DAF4-4037-B360-79E047A58D46}" type="presOf" srcId="{D85C0F82-5B32-4450-A548-B12CBF4353AF}" destId="{920B9089-E811-4201-B88D-6490BAEED7D6}" srcOrd="0" destOrd="0" presId="urn:microsoft.com/office/officeart/2005/8/layout/hierarchy1"/>
    <dgm:cxn modelId="{48BBD0EF-EF1F-4057-96AF-4C16699A5DC4}" srcId="{D85C0F82-5B32-4450-A548-B12CBF4353AF}" destId="{57D35018-C2A9-4B33-8F13-F3C83713FF27}" srcOrd="1" destOrd="0" parTransId="{E1BC24F8-0906-46C0-A0A7-EEEA3B61AE25}" sibTransId="{96D9AC39-DE8E-4996-B149-ABF40C244C45}"/>
    <dgm:cxn modelId="{CE35FEF1-C726-4CFA-A734-B8A7491B2A77}" type="presOf" srcId="{3C8F4709-A094-4481-A594-0D49C93BC18B}" destId="{A216C4BB-56C4-4B45-A81E-C4BAE68CDDF0}" srcOrd="0" destOrd="0" presId="urn:microsoft.com/office/officeart/2005/8/layout/hierarchy1"/>
    <dgm:cxn modelId="{50BD9604-66E6-417D-94CA-46DCA5842242}" type="presParOf" srcId="{920B9089-E811-4201-B88D-6490BAEED7D6}" destId="{A55BB459-C407-45BF-9032-AFC16AEA70F8}" srcOrd="0" destOrd="0" presId="urn:microsoft.com/office/officeart/2005/8/layout/hierarchy1"/>
    <dgm:cxn modelId="{36A353DA-1001-4A1C-894C-0BEE99F31C39}" type="presParOf" srcId="{A55BB459-C407-45BF-9032-AFC16AEA70F8}" destId="{A1BF5D29-021F-4F8E-B4B3-2EC921D666A1}" srcOrd="0" destOrd="0" presId="urn:microsoft.com/office/officeart/2005/8/layout/hierarchy1"/>
    <dgm:cxn modelId="{5A2DC3BC-C877-4780-A8DF-8F6E13314FAC}" type="presParOf" srcId="{A1BF5D29-021F-4F8E-B4B3-2EC921D666A1}" destId="{B0FC42B1-618F-4FFB-9FAB-543CB55C18CA}" srcOrd="0" destOrd="0" presId="urn:microsoft.com/office/officeart/2005/8/layout/hierarchy1"/>
    <dgm:cxn modelId="{BA653905-1E57-42C4-8366-A062FEC375D6}" type="presParOf" srcId="{A1BF5D29-021F-4F8E-B4B3-2EC921D666A1}" destId="{A216C4BB-56C4-4B45-A81E-C4BAE68CDDF0}" srcOrd="1" destOrd="0" presId="urn:microsoft.com/office/officeart/2005/8/layout/hierarchy1"/>
    <dgm:cxn modelId="{12E644FD-36F7-41F8-9294-80AA04A7A1F8}" type="presParOf" srcId="{A55BB459-C407-45BF-9032-AFC16AEA70F8}" destId="{1EFFC670-AEF6-4620-A2D1-264E5A3F8541}" srcOrd="1" destOrd="0" presId="urn:microsoft.com/office/officeart/2005/8/layout/hierarchy1"/>
    <dgm:cxn modelId="{E1B13545-1FF0-46D5-861F-9C8C763C60DE}" type="presParOf" srcId="{920B9089-E811-4201-B88D-6490BAEED7D6}" destId="{E80DC0C7-B768-41AF-9185-8B5682C7B1AC}" srcOrd="1" destOrd="0" presId="urn:microsoft.com/office/officeart/2005/8/layout/hierarchy1"/>
    <dgm:cxn modelId="{1A6530C0-3DF6-49F7-8372-D1DD1BC1818F}" type="presParOf" srcId="{E80DC0C7-B768-41AF-9185-8B5682C7B1AC}" destId="{4526E227-1E2A-4C17-A0BA-F9626B7629BF}" srcOrd="0" destOrd="0" presId="urn:microsoft.com/office/officeart/2005/8/layout/hierarchy1"/>
    <dgm:cxn modelId="{4F01D528-F0A7-431E-92F2-64050F0FA316}" type="presParOf" srcId="{4526E227-1E2A-4C17-A0BA-F9626B7629BF}" destId="{005E326C-14BA-4A88-992F-F33D66CBBB55}" srcOrd="0" destOrd="0" presId="urn:microsoft.com/office/officeart/2005/8/layout/hierarchy1"/>
    <dgm:cxn modelId="{744D67A7-B051-4C06-9874-71AC19F008C9}" type="presParOf" srcId="{4526E227-1E2A-4C17-A0BA-F9626B7629BF}" destId="{F371BCCC-4FC1-41E2-81D0-1F7BAA3355EA}" srcOrd="1" destOrd="0" presId="urn:microsoft.com/office/officeart/2005/8/layout/hierarchy1"/>
    <dgm:cxn modelId="{2A1A18FC-BBEF-4CE0-88D7-75A55F644334}" type="presParOf" srcId="{E80DC0C7-B768-41AF-9185-8B5682C7B1AC}" destId="{1F49BD9A-0D98-48CC-A26E-47BDC81E285E}" srcOrd="1" destOrd="0" presId="urn:microsoft.com/office/officeart/2005/8/layout/hierarchy1"/>
    <dgm:cxn modelId="{9C7C4C80-44CE-4F8B-B616-75AC61B9BE76}" type="presParOf" srcId="{920B9089-E811-4201-B88D-6490BAEED7D6}" destId="{223D7F81-7FB5-44B8-8A4D-4447F4416DDF}" srcOrd="2" destOrd="0" presId="urn:microsoft.com/office/officeart/2005/8/layout/hierarchy1"/>
    <dgm:cxn modelId="{225BD75C-49D2-45C1-A340-B20D4842F2AB}" type="presParOf" srcId="{223D7F81-7FB5-44B8-8A4D-4447F4416DDF}" destId="{35D83443-AA5D-4538-BBD2-99C9D60E5F7B}" srcOrd="0" destOrd="0" presId="urn:microsoft.com/office/officeart/2005/8/layout/hierarchy1"/>
    <dgm:cxn modelId="{AC3E895A-F7E1-44DB-AA3A-6BDB4C59C99C}" type="presParOf" srcId="{35D83443-AA5D-4538-BBD2-99C9D60E5F7B}" destId="{C26C1663-9CCC-45DC-86EF-69EB83944E66}" srcOrd="0" destOrd="0" presId="urn:microsoft.com/office/officeart/2005/8/layout/hierarchy1"/>
    <dgm:cxn modelId="{B5DF0363-2483-461A-AAB2-BF3ADCA54F12}" type="presParOf" srcId="{35D83443-AA5D-4538-BBD2-99C9D60E5F7B}" destId="{B6824DAB-5649-4F62-9239-B1455F042A4C}" srcOrd="1" destOrd="0" presId="urn:microsoft.com/office/officeart/2005/8/layout/hierarchy1"/>
    <dgm:cxn modelId="{03741C4F-E2B7-435C-AB34-0F0412724BD2}" type="presParOf" srcId="{223D7F81-7FB5-44B8-8A4D-4447F4416DDF}" destId="{93AFBC0A-5514-4103-853E-07099C69F22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58C779E-9B24-4B9F-9D99-2634E4023D7E}" type="doc">
      <dgm:prSet loTypeId="urn:microsoft.com/office/officeart/2005/8/layout/cycle1" loCatId="cycle" qsTypeId="urn:microsoft.com/office/officeart/2005/8/quickstyle/simple4" qsCatId="simple" csTypeId="urn:microsoft.com/office/officeart/2005/8/colors/colorful1" csCatId="colorful"/>
      <dgm:spPr/>
      <dgm:t>
        <a:bodyPr/>
        <a:lstStyle/>
        <a:p>
          <a:endParaRPr lang="en-US"/>
        </a:p>
      </dgm:t>
    </dgm:pt>
    <dgm:pt modelId="{95FDE10A-799B-479A-B8FA-2115D82FE879}">
      <dgm:prSet/>
      <dgm:spPr/>
      <dgm:t>
        <a:bodyPr/>
        <a:lstStyle/>
        <a:p>
          <a:r>
            <a:rPr lang="en-US" b="1"/>
            <a:t>Always…</a:t>
          </a:r>
          <a:endParaRPr lang="en-US"/>
        </a:p>
      </dgm:t>
    </dgm:pt>
    <dgm:pt modelId="{87F19683-3535-4FC9-BAD8-D0C65A1D38A4}" type="parTrans" cxnId="{03EB72E5-2064-4B7F-B739-4ABCB06F6944}">
      <dgm:prSet/>
      <dgm:spPr/>
      <dgm:t>
        <a:bodyPr/>
        <a:lstStyle/>
        <a:p>
          <a:endParaRPr lang="en-US"/>
        </a:p>
      </dgm:t>
    </dgm:pt>
    <dgm:pt modelId="{D0DCBCF3-4C81-4938-AD5C-909D1602C06E}" type="sibTrans" cxnId="{03EB72E5-2064-4B7F-B739-4ABCB06F6944}">
      <dgm:prSet/>
      <dgm:spPr/>
      <dgm:t>
        <a:bodyPr/>
        <a:lstStyle/>
        <a:p>
          <a:endParaRPr lang="en-US"/>
        </a:p>
      </dgm:t>
    </dgm:pt>
    <dgm:pt modelId="{52EC39B9-5504-4180-9DA8-56F5CEF496F8}">
      <dgm:prSet/>
      <dgm:spPr/>
      <dgm:t>
        <a:bodyPr/>
        <a:lstStyle/>
        <a:p>
          <a:r>
            <a:rPr lang="en-US"/>
            <a:t>Every customer,</a:t>
          </a:r>
        </a:p>
      </dgm:t>
    </dgm:pt>
    <dgm:pt modelId="{D9EE10F1-00E1-4060-A4E2-708E99898AAA}" type="parTrans" cxnId="{B68B11F1-D1EB-415A-B0B2-9D3A4105CC69}">
      <dgm:prSet/>
      <dgm:spPr/>
      <dgm:t>
        <a:bodyPr/>
        <a:lstStyle/>
        <a:p>
          <a:endParaRPr lang="en-US"/>
        </a:p>
      </dgm:t>
    </dgm:pt>
    <dgm:pt modelId="{4502F4B6-D583-4499-ACCA-28BBB250E2B8}" type="sibTrans" cxnId="{B68B11F1-D1EB-415A-B0B2-9D3A4105CC69}">
      <dgm:prSet/>
      <dgm:spPr/>
      <dgm:t>
        <a:bodyPr/>
        <a:lstStyle/>
        <a:p>
          <a:endParaRPr lang="en-US"/>
        </a:p>
      </dgm:t>
    </dgm:pt>
    <dgm:pt modelId="{A0ABC3B8-59A6-4798-A0AC-28E83E45DD37}">
      <dgm:prSet/>
      <dgm:spPr/>
      <dgm:t>
        <a:bodyPr/>
        <a:lstStyle/>
        <a:p>
          <a:r>
            <a:rPr lang="en-US"/>
            <a:t>Every time,    </a:t>
          </a:r>
        </a:p>
      </dgm:t>
    </dgm:pt>
    <dgm:pt modelId="{CD701338-1FC1-4755-B9E3-E326BD674012}" type="parTrans" cxnId="{DE3FBD8B-5474-47AC-AD6D-D68B8886F442}">
      <dgm:prSet/>
      <dgm:spPr/>
      <dgm:t>
        <a:bodyPr/>
        <a:lstStyle/>
        <a:p>
          <a:endParaRPr lang="en-US"/>
        </a:p>
      </dgm:t>
    </dgm:pt>
    <dgm:pt modelId="{9213F0E1-F575-4AE4-9A0D-0B3A188A7558}" type="sibTrans" cxnId="{DE3FBD8B-5474-47AC-AD6D-D68B8886F442}">
      <dgm:prSet/>
      <dgm:spPr/>
      <dgm:t>
        <a:bodyPr/>
        <a:lstStyle/>
        <a:p>
          <a:endParaRPr lang="en-US"/>
        </a:p>
      </dgm:t>
    </dgm:pt>
    <dgm:pt modelId="{E1AC01FB-5E4A-4FAB-8BA9-C3D2357FEAD1}">
      <dgm:prSet/>
      <dgm:spPr/>
      <dgm:t>
        <a:bodyPr/>
        <a:lstStyle/>
        <a:p>
          <a:r>
            <a:rPr lang="en-US"/>
            <a:t>Every interaction,</a:t>
          </a:r>
        </a:p>
      </dgm:t>
    </dgm:pt>
    <dgm:pt modelId="{E44C306D-C614-43C7-BE56-CFD6F1290A33}" type="parTrans" cxnId="{72CF22FE-4C9F-43B3-B990-5C25264E9250}">
      <dgm:prSet/>
      <dgm:spPr/>
      <dgm:t>
        <a:bodyPr/>
        <a:lstStyle/>
        <a:p>
          <a:endParaRPr lang="en-US"/>
        </a:p>
      </dgm:t>
    </dgm:pt>
    <dgm:pt modelId="{5D556DBD-643C-44E8-8762-CB68F21B30D6}" type="sibTrans" cxnId="{72CF22FE-4C9F-43B3-B990-5C25264E9250}">
      <dgm:prSet/>
      <dgm:spPr/>
      <dgm:t>
        <a:bodyPr/>
        <a:lstStyle/>
        <a:p>
          <a:endParaRPr lang="en-US"/>
        </a:p>
      </dgm:t>
    </dgm:pt>
    <dgm:pt modelId="{EC742A87-347F-4CED-9B29-189EAC6395AC}">
      <dgm:prSet/>
      <dgm:spPr/>
      <dgm:t>
        <a:bodyPr/>
        <a:lstStyle/>
        <a:p>
          <a:r>
            <a:rPr lang="en-US"/>
            <a:t>Every shift - </a:t>
          </a:r>
        </a:p>
      </dgm:t>
    </dgm:pt>
    <dgm:pt modelId="{C5CBED96-B159-4976-91D0-BFC1AB07001F}" type="parTrans" cxnId="{B400E94F-3CEA-44C0-B2D5-DB30044486B8}">
      <dgm:prSet/>
      <dgm:spPr/>
      <dgm:t>
        <a:bodyPr/>
        <a:lstStyle/>
        <a:p>
          <a:endParaRPr lang="en-US"/>
        </a:p>
      </dgm:t>
    </dgm:pt>
    <dgm:pt modelId="{5A4DA05C-5C48-4E12-93E9-C4BA06347923}" type="sibTrans" cxnId="{B400E94F-3CEA-44C0-B2D5-DB30044486B8}">
      <dgm:prSet/>
      <dgm:spPr/>
      <dgm:t>
        <a:bodyPr/>
        <a:lstStyle/>
        <a:p>
          <a:endParaRPr lang="en-US"/>
        </a:p>
      </dgm:t>
    </dgm:pt>
    <dgm:pt modelId="{78D968AC-EA5A-4AC5-BC6B-CF6EAAF24B92}">
      <dgm:prSet/>
      <dgm:spPr/>
      <dgm:t>
        <a:bodyPr/>
        <a:lstStyle/>
        <a:p>
          <a:r>
            <a:rPr lang="en-US" b="1"/>
            <a:t>At All Times…</a:t>
          </a:r>
          <a:endParaRPr lang="en-US"/>
        </a:p>
      </dgm:t>
    </dgm:pt>
    <dgm:pt modelId="{6CF967DF-4FCE-4274-91F3-784BA5ED79E2}" type="parTrans" cxnId="{7CBE515C-393A-413D-8F88-927C3C58C433}">
      <dgm:prSet/>
      <dgm:spPr/>
      <dgm:t>
        <a:bodyPr/>
        <a:lstStyle/>
        <a:p>
          <a:endParaRPr lang="en-US"/>
        </a:p>
      </dgm:t>
    </dgm:pt>
    <dgm:pt modelId="{EF11816C-304E-4E2D-9A80-E72096B7D572}" type="sibTrans" cxnId="{7CBE515C-393A-413D-8F88-927C3C58C433}">
      <dgm:prSet/>
      <dgm:spPr/>
      <dgm:t>
        <a:bodyPr/>
        <a:lstStyle/>
        <a:p>
          <a:endParaRPr lang="en-US"/>
        </a:p>
      </dgm:t>
    </dgm:pt>
    <dgm:pt modelId="{C4B117C5-9795-47F7-853D-D3E1C95100AA}">
      <dgm:prSet/>
      <dgm:spPr/>
      <dgm:t>
        <a:bodyPr/>
        <a:lstStyle/>
        <a:p>
          <a:r>
            <a:rPr lang="en-US"/>
            <a:t>Excellence is Always Expected.</a:t>
          </a:r>
        </a:p>
      </dgm:t>
    </dgm:pt>
    <dgm:pt modelId="{2BAF7F10-ADA4-489A-A49A-272461191E19}" type="parTrans" cxnId="{683445C9-093C-4397-8BFB-6A78309CFDC8}">
      <dgm:prSet/>
      <dgm:spPr/>
      <dgm:t>
        <a:bodyPr/>
        <a:lstStyle/>
        <a:p>
          <a:endParaRPr lang="en-US"/>
        </a:p>
      </dgm:t>
    </dgm:pt>
    <dgm:pt modelId="{AF623D2A-BBDD-40B7-AC19-BB82C97BE879}" type="sibTrans" cxnId="{683445C9-093C-4397-8BFB-6A78309CFDC8}">
      <dgm:prSet/>
      <dgm:spPr/>
      <dgm:t>
        <a:bodyPr/>
        <a:lstStyle/>
        <a:p>
          <a:endParaRPr lang="en-US"/>
        </a:p>
      </dgm:t>
    </dgm:pt>
    <dgm:pt modelId="{F3975057-E356-47A1-8C39-E693B7E15AF7}" type="pres">
      <dgm:prSet presAssocID="{D58C779E-9B24-4B9F-9D99-2634E4023D7E}" presName="cycle" presStyleCnt="0">
        <dgm:presLayoutVars>
          <dgm:dir/>
          <dgm:resizeHandles val="exact"/>
        </dgm:presLayoutVars>
      </dgm:prSet>
      <dgm:spPr/>
    </dgm:pt>
    <dgm:pt modelId="{1ABCD324-C24F-43A2-940B-F0DDBB15DF78}" type="pres">
      <dgm:prSet presAssocID="{95FDE10A-799B-479A-B8FA-2115D82FE879}" presName="dummy" presStyleCnt="0"/>
      <dgm:spPr/>
    </dgm:pt>
    <dgm:pt modelId="{758EA82D-78DC-49DF-B6C5-9F845286414A}" type="pres">
      <dgm:prSet presAssocID="{95FDE10A-799B-479A-B8FA-2115D82FE879}" presName="node" presStyleLbl="revTx" presStyleIdx="0" presStyleCnt="7">
        <dgm:presLayoutVars>
          <dgm:bulletEnabled val="1"/>
        </dgm:presLayoutVars>
      </dgm:prSet>
      <dgm:spPr/>
    </dgm:pt>
    <dgm:pt modelId="{A77D6ADF-62DF-4F2A-875A-F0A8EC73AC5D}" type="pres">
      <dgm:prSet presAssocID="{D0DCBCF3-4C81-4938-AD5C-909D1602C06E}" presName="sibTrans" presStyleLbl="node1" presStyleIdx="0" presStyleCnt="7"/>
      <dgm:spPr/>
    </dgm:pt>
    <dgm:pt modelId="{D4074E7C-2789-4559-99F8-E4BA8BDEA292}" type="pres">
      <dgm:prSet presAssocID="{52EC39B9-5504-4180-9DA8-56F5CEF496F8}" presName="dummy" presStyleCnt="0"/>
      <dgm:spPr/>
    </dgm:pt>
    <dgm:pt modelId="{ED415F5A-602E-4F02-B00D-C0A2B18D6807}" type="pres">
      <dgm:prSet presAssocID="{52EC39B9-5504-4180-9DA8-56F5CEF496F8}" presName="node" presStyleLbl="revTx" presStyleIdx="1" presStyleCnt="7">
        <dgm:presLayoutVars>
          <dgm:bulletEnabled val="1"/>
        </dgm:presLayoutVars>
      </dgm:prSet>
      <dgm:spPr/>
    </dgm:pt>
    <dgm:pt modelId="{A5567D33-7A82-4A12-BD2F-DE444C5C0C82}" type="pres">
      <dgm:prSet presAssocID="{4502F4B6-D583-4499-ACCA-28BBB250E2B8}" presName="sibTrans" presStyleLbl="node1" presStyleIdx="1" presStyleCnt="7"/>
      <dgm:spPr/>
    </dgm:pt>
    <dgm:pt modelId="{72016A8C-7F9D-4B6F-B647-4278268484FA}" type="pres">
      <dgm:prSet presAssocID="{A0ABC3B8-59A6-4798-A0AC-28E83E45DD37}" presName="dummy" presStyleCnt="0"/>
      <dgm:spPr/>
    </dgm:pt>
    <dgm:pt modelId="{78D815AE-A2A6-4B0F-91BB-57285E119C93}" type="pres">
      <dgm:prSet presAssocID="{A0ABC3B8-59A6-4798-A0AC-28E83E45DD37}" presName="node" presStyleLbl="revTx" presStyleIdx="2" presStyleCnt="7">
        <dgm:presLayoutVars>
          <dgm:bulletEnabled val="1"/>
        </dgm:presLayoutVars>
      </dgm:prSet>
      <dgm:spPr/>
    </dgm:pt>
    <dgm:pt modelId="{695486A5-E7E3-4828-B44B-5551C15B9038}" type="pres">
      <dgm:prSet presAssocID="{9213F0E1-F575-4AE4-9A0D-0B3A188A7558}" presName="sibTrans" presStyleLbl="node1" presStyleIdx="2" presStyleCnt="7"/>
      <dgm:spPr/>
    </dgm:pt>
    <dgm:pt modelId="{E203E831-0D69-444B-9A62-AC5B12325A58}" type="pres">
      <dgm:prSet presAssocID="{E1AC01FB-5E4A-4FAB-8BA9-C3D2357FEAD1}" presName="dummy" presStyleCnt="0"/>
      <dgm:spPr/>
    </dgm:pt>
    <dgm:pt modelId="{CC304C47-5421-475A-86A2-21F1B4DE9A6B}" type="pres">
      <dgm:prSet presAssocID="{E1AC01FB-5E4A-4FAB-8BA9-C3D2357FEAD1}" presName="node" presStyleLbl="revTx" presStyleIdx="3" presStyleCnt="7">
        <dgm:presLayoutVars>
          <dgm:bulletEnabled val="1"/>
        </dgm:presLayoutVars>
      </dgm:prSet>
      <dgm:spPr/>
    </dgm:pt>
    <dgm:pt modelId="{D81247B7-896A-4DD6-9B9C-7DE53A52F5F9}" type="pres">
      <dgm:prSet presAssocID="{5D556DBD-643C-44E8-8762-CB68F21B30D6}" presName="sibTrans" presStyleLbl="node1" presStyleIdx="3" presStyleCnt="7"/>
      <dgm:spPr/>
    </dgm:pt>
    <dgm:pt modelId="{F75C7544-6247-44A8-95D1-EFCFD62A13D5}" type="pres">
      <dgm:prSet presAssocID="{EC742A87-347F-4CED-9B29-189EAC6395AC}" presName="dummy" presStyleCnt="0"/>
      <dgm:spPr/>
    </dgm:pt>
    <dgm:pt modelId="{950DC851-9205-465C-93C2-44F75D378D2B}" type="pres">
      <dgm:prSet presAssocID="{EC742A87-347F-4CED-9B29-189EAC6395AC}" presName="node" presStyleLbl="revTx" presStyleIdx="4" presStyleCnt="7">
        <dgm:presLayoutVars>
          <dgm:bulletEnabled val="1"/>
        </dgm:presLayoutVars>
      </dgm:prSet>
      <dgm:spPr/>
    </dgm:pt>
    <dgm:pt modelId="{957947FA-7B18-4E9C-8742-8779C0CC3A86}" type="pres">
      <dgm:prSet presAssocID="{5A4DA05C-5C48-4E12-93E9-C4BA06347923}" presName="sibTrans" presStyleLbl="node1" presStyleIdx="4" presStyleCnt="7"/>
      <dgm:spPr/>
    </dgm:pt>
    <dgm:pt modelId="{8E616D90-BE82-4EBD-A498-C105DC8F0F22}" type="pres">
      <dgm:prSet presAssocID="{78D968AC-EA5A-4AC5-BC6B-CF6EAAF24B92}" presName="dummy" presStyleCnt="0"/>
      <dgm:spPr/>
    </dgm:pt>
    <dgm:pt modelId="{9AF796B2-FC1A-42D5-822C-3EA66EF6F0F9}" type="pres">
      <dgm:prSet presAssocID="{78D968AC-EA5A-4AC5-BC6B-CF6EAAF24B92}" presName="node" presStyleLbl="revTx" presStyleIdx="5" presStyleCnt="7">
        <dgm:presLayoutVars>
          <dgm:bulletEnabled val="1"/>
        </dgm:presLayoutVars>
      </dgm:prSet>
      <dgm:spPr/>
    </dgm:pt>
    <dgm:pt modelId="{402EF748-6927-4629-8197-D20B2017563D}" type="pres">
      <dgm:prSet presAssocID="{EF11816C-304E-4E2D-9A80-E72096B7D572}" presName="sibTrans" presStyleLbl="node1" presStyleIdx="5" presStyleCnt="7"/>
      <dgm:spPr/>
    </dgm:pt>
    <dgm:pt modelId="{BD08781C-A7BF-4FFF-862F-94446C71FAAB}" type="pres">
      <dgm:prSet presAssocID="{C4B117C5-9795-47F7-853D-D3E1C95100AA}" presName="dummy" presStyleCnt="0"/>
      <dgm:spPr/>
    </dgm:pt>
    <dgm:pt modelId="{4B239FE2-DB3E-4812-B4EE-05F47383D008}" type="pres">
      <dgm:prSet presAssocID="{C4B117C5-9795-47F7-853D-D3E1C95100AA}" presName="node" presStyleLbl="revTx" presStyleIdx="6" presStyleCnt="7">
        <dgm:presLayoutVars>
          <dgm:bulletEnabled val="1"/>
        </dgm:presLayoutVars>
      </dgm:prSet>
      <dgm:spPr/>
    </dgm:pt>
    <dgm:pt modelId="{1BCC7D0B-1503-41EF-92B4-7B101E852CE3}" type="pres">
      <dgm:prSet presAssocID="{AF623D2A-BBDD-40B7-AC19-BB82C97BE879}" presName="sibTrans" presStyleLbl="node1" presStyleIdx="6" presStyleCnt="7"/>
      <dgm:spPr/>
    </dgm:pt>
  </dgm:ptLst>
  <dgm:cxnLst>
    <dgm:cxn modelId="{19D4A514-3386-45E4-B6BC-EEC38CDF9C53}" type="presOf" srcId="{95FDE10A-799B-479A-B8FA-2115D82FE879}" destId="{758EA82D-78DC-49DF-B6C5-9F845286414A}" srcOrd="0" destOrd="0" presId="urn:microsoft.com/office/officeart/2005/8/layout/cycle1"/>
    <dgm:cxn modelId="{1F1DD61E-CE8B-4AFE-83E0-245DD4D9B300}" type="presOf" srcId="{EC742A87-347F-4CED-9B29-189EAC6395AC}" destId="{950DC851-9205-465C-93C2-44F75D378D2B}" srcOrd="0" destOrd="0" presId="urn:microsoft.com/office/officeart/2005/8/layout/cycle1"/>
    <dgm:cxn modelId="{6FFD1528-D113-47EA-BF9C-8348349F5422}" type="presOf" srcId="{9213F0E1-F575-4AE4-9A0D-0B3A188A7558}" destId="{695486A5-E7E3-4828-B44B-5551C15B9038}" srcOrd="0" destOrd="0" presId="urn:microsoft.com/office/officeart/2005/8/layout/cycle1"/>
    <dgm:cxn modelId="{87D7B137-E01A-42CA-9951-7E5B18A3882C}" type="presOf" srcId="{E1AC01FB-5E4A-4FAB-8BA9-C3D2357FEAD1}" destId="{CC304C47-5421-475A-86A2-21F1B4DE9A6B}" srcOrd="0" destOrd="0" presId="urn:microsoft.com/office/officeart/2005/8/layout/cycle1"/>
    <dgm:cxn modelId="{BBF74F3C-0F42-4339-977A-7E04381E15F6}" type="presOf" srcId="{C4B117C5-9795-47F7-853D-D3E1C95100AA}" destId="{4B239FE2-DB3E-4812-B4EE-05F47383D008}" srcOrd="0" destOrd="0" presId="urn:microsoft.com/office/officeart/2005/8/layout/cycle1"/>
    <dgm:cxn modelId="{01F7BB40-8810-41EB-BAE8-D784788C9A2C}" type="presOf" srcId="{5D556DBD-643C-44E8-8762-CB68F21B30D6}" destId="{D81247B7-896A-4DD6-9B9C-7DE53A52F5F9}" srcOrd="0" destOrd="0" presId="urn:microsoft.com/office/officeart/2005/8/layout/cycle1"/>
    <dgm:cxn modelId="{621EE140-5ECD-43A4-9E6D-D6C1E889A758}" type="presOf" srcId="{D58C779E-9B24-4B9F-9D99-2634E4023D7E}" destId="{F3975057-E356-47A1-8C39-E693B7E15AF7}" srcOrd="0" destOrd="0" presId="urn:microsoft.com/office/officeart/2005/8/layout/cycle1"/>
    <dgm:cxn modelId="{7CBE515C-393A-413D-8F88-927C3C58C433}" srcId="{D58C779E-9B24-4B9F-9D99-2634E4023D7E}" destId="{78D968AC-EA5A-4AC5-BC6B-CF6EAAF24B92}" srcOrd="5" destOrd="0" parTransId="{6CF967DF-4FCE-4274-91F3-784BA5ED79E2}" sibTransId="{EF11816C-304E-4E2D-9A80-E72096B7D572}"/>
    <dgm:cxn modelId="{B2372943-DF70-4703-B56D-A40FC54BD4AD}" type="presOf" srcId="{EF11816C-304E-4E2D-9A80-E72096B7D572}" destId="{402EF748-6927-4629-8197-D20B2017563D}" srcOrd="0" destOrd="0" presId="urn:microsoft.com/office/officeart/2005/8/layout/cycle1"/>
    <dgm:cxn modelId="{92F15D48-D808-4A03-AA04-2136F74AFF08}" type="presOf" srcId="{52EC39B9-5504-4180-9DA8-56F5CEF496F8}" destId="{ED415F5A-602E-4F02-B00D-C0A2B18D6807}" srcOrd="0" destOrd="0" presId="urn:microsoft.com/office/officeart/2005/8/layout/cycle1"/>
    <dgm:cxn modelId="{B400E94F-3CEA-44C0-B2D5-DB30044486B8}" srcId="{D58C779E-9B24-4B9F-9D99-2634E4023D7E}" destId="{EC742A87-347F-4CED-9B29-189EAC6395AC}" srcOrd="4" destOrd="0" parTransId="{C5CBED96-B159-4976-91D0-BFC1AB07001F}" sibTransId="{5A4DA05C-5C48-4E12-93E9-C4BA06347923}"/>
    <dgm:cxn modelId="{CABBC457-F622-4DDF-B95E-FF6EB4011AEA}" type="presOf" srcId="{78D968AC-EA5A-4AC5-BC6B-CF6EAAF24B92}" destId="{9AF796B2-FC1A-42D5-822C-3EA66EF6F0F9}" srcOrd="0" destOrd="0" presId="urn:microsoft.com/office/officeart/2005/8/layout/cycle1"/>
    <dgm:cxn modelId="{D55E2985-0BC3-4A21-ADFD-CC6F6AACA345}" type="presOf" srcId="{AF623D2A-BBDD-40B7-AC19-BB82C97BE879}" destId="{1BCC7D0B-1503-41EF-92B4-7B101E852CE3}" srcOrd="0" destOrd="0" presId="urn:microsoft.com/office/officeart/2005/8/layout/cycle1"/>
    <dgm:cxn modelId="{DE3FBD8B-5474-47AC-AD6D-D68B8886F442}" srcId="{D58C779E-9B24-4B9F-9D99-2634E4023D7E}" destId="{A0ABC3B8-59A6-4798-A0AC-28E83E45DD37}" srcOrd="2" destOrd="0" parTransId="{CD701338-1FC1-4755-B9E3-E326BD674012}" sibTransId="{9213F0E1-F575-4AE4-9A0D-0B3A188A7558}"/>
    <dgm:cxn modelId="{561A499A-BC08-4DA7-9982-05F892867AF7}" type="presOf" srcId="{A0ABC3B8-59A6-4798-A0AC-28E83E45DD37}" destId="{78D815AE-A2A6-4B0F-91BB-57285E119C93}" srcOrd="0" destOrd="0" presId="urn:microsoft.com/office/officeart/2005/8/layout/cycle1"/>
    <dgm:cxn modelId="{4ABB9CB1-E6F8-43A0-B28C-C309B4362F8A}" type="presOf" srcId="{4502F4B6-D583-4499-ACCA-28BBB250E2B8}" destId="{A5567D33-7A82-4A12-BD2F-DE444C5C0C82}" srcOrd="0" destOrd="0" presId="urn:microsoft.com/office/officeart/2005/8/layout/cycle1"/>
    <dgm:cxn modelId="{AB43C7B5-0415-40D6-B49E-C242A08E5242}" type="presOf" srcId="{5A4DA05C-5C48-4E12-93E9-C4BA06347923}" destId="{957947FA-7B18-4E9C-8742-8779C0CC3A86}" srcOrd="0" destOrd="0" presId="urn:microsoft.com/office/officeart/2005/8/layout/cycle1"/>
    <dgm:cxn modelId="{683445C9-093C-4397-8BFB-6A78309CFDC8}" srcId="{D58C779E-9B24-4B9F-9D99-2634E4023D7E}" destId="{C4B117C5-9795-47F7-853D-D3E1C95100AA}" srcOrd="6" destOrd="0" parTransId="{2BAF7F10-ADA4-489A-A49A-272461191E19}" sibTransId="{AF623D2A-BBDD-40B7-AC19-BB82C97BE879}"/>
    <dgm:cxn modelId="{61B414DA-97EE-4B73-8404-0A42E8A944DC}" type="presOf" srcId="{D0DCBCF3-4C81-4938-AD5C-909D1602C06E}" destId="{A77D6ADF-62DF-4F2A-875A-F0A8EC73AC5D}" srcOrd="0" destOrd="0" presId="urn:microsoft.com/office/officeart/2005/8/layout/cycle1"/>
    <dgm:cxn modelId="{03EB72E5-2064-4B7F-B739-4ABCB06F6944}" srcId="{D58C779E-9B24-4B9F-9D99-2634E4023D7E}" destId="{95FDE10A-799B-479A-B8FA-2115D82FE879}" srcOrd="0" destOrd="0" parTransId="{87F19683-3535-4FC9-BAD8-D0C65A1D38A4}" sibTransId="{D0DCBCF3-4C81-4938-AD5C-909D1602C06E}"/>
    <dgm:cxn modelId="{B68B11F1-D1EB-415A-B0B2-9D3A4105CC69}" srcId="{D58C779E-9B24-4B9F-9D99-2634E4023D7E}" destId="{52EC39B9-5504-4180-9DA8-56F5CEF496F8}" srcOrd="1" destOrd="0" parTransId="{D9EE10F1-00E1-4060-A4E2-708E99898AAA}" sibTransId="{4502F4B6-D583-4499-ACCA-28BBB250E2B8}"/>
    <dgm:cxn modelId="{72CF22FE-4C9F-43B3-B990-5C25264E9250}" srcId="{D58C779E-9B24-4B9F-9D99-2634E4023D7E}" destId="{E1AC01FB-5E4A-4FAB-8BA9-C3D2357FEAD1}" srcOrd="3" destOrd="0" parTransId="{E44C306D-C614-43C7-BE56-CFD6F1290A33}" sibTransId="{5D556DBD-643C-44E8-8762-CB68F21B30D6}"/>
    <dgm:cxn modelId="{EDCFB635-5DC4-4A66-8001-4E971AD78864}" type="presParOf" srcId="{F3975057-E356-47A1-8C39-E693B7E15AF7}" destId="{1ABCD324-C24F-43A2-940B-F0DDBB15DF78}" srcOrd="0" destOrd="0" presId="urn:microsoft.com/office/officeart/2005/8/layout/cycle1"/>
    <dgm:cxn modelId="{7A088B52-D297-4F80-BAED-1DEC94422281}" type="presParOf" srcId="{F3975057-E356-47A1-8C39-E693B7E15AF7}" destId="{758EA82D-78DC-49DF-B6C5-9F845286414A}" srcOrd="1" destOrd="0" presId="urn:microsoft.com/office/officeart/2005/8/layout/cycle1"/>
    <dgm:cxn modelId="{58BADD33-D5A1-4A1C-93F1-4550C723AFD7}" type="presParOf" srcId="{F3975057-E356-47A1-8C39-E693B7E15AF7}" destId="{A77D6ADF-62DF-4F2A-875A-F0A8EC73AC5D}" srcOrd="2" destOrd="0" presId="urn:microsoft.com/office/officeart/2005/8/layout/cycle1"/>
    <dgm:cxn modelId="{7C932D05-6655-4BA2-8A13-52C2D3A40AEC}" type="presParOf" srcId="{F3975057-E356-47A1-8C39-E693B7E15AF7}" destId="{D4074E7C-2789-4559-99F8-E4BA8BDEA292}" srcOrd="3" destOrd="0" presId="urn:microsoft.com/office/officeart/2005/8/layout/cycle1"/>
    <dgm:cxn modelId="{720D4C05-BBB6-4D30-AFFD-33BC014E1D03}" type="presParOf" srcId="{F3975057-E356-47A1-8C39-E693B7E15AF7}" destId="{ED415F5A-602E-4F02-B00D-C0A2B18D6807}" srcOrd="4" destOrd="0" presId="urn:microsoft.com/office/officeart/2005/8/layout/cycle1"/>
    <dgm:cxn modelId="{7DAC453B-2CB3-4860-84EA-F1C811068DB8}" type="presParOf" srcId="{F3975057-E356-47A1-8C39-E693B7E15AF7}" destId="{A5567D33-7A82-4A12-BD2F-DE444C5C0C82}" srcOrd="5" destOrd="0" presId="urn:microsoft.com/office/officeart/2005/8/layout/cycle1"/>
    <dgm:cxn modelId="{ABC46EB5-65D5-4488-8529-839D05B55855}" type="presParOf" srcId="{F3975057-E356-47A1-8C39-E693B7E15AF7}" destId="{72016A8C-7F9D-4B6F-B647-4278268484FA}" srcOrd="6" destOrd="0" presId="urn:microsoft.com/office/officeart/2005/8/layout/cycle1"/>
    <dgm:cxn modelId="{ACA8B18F-D9F6-462F-8641-A1781E0D8F06}" type="presParOf" srcId="{F3975057-E356-47A1-8C39-E693B7E15AF7}" destId="{78D815AE-A2A6-4B0F-91BB-57285E119C93}" srcOrd="7" destOrd="0" presId="urn:microsoft.com/office/officeart/2005/8/layout/cycle1"/>
    <dgm:cxn modelId="{938071B6-241A-46C0-A004-91BFDEEE7F53}" type="presParOf" srcId="{F3975057-E356-47A1-8C39-E693B7E15AF7}" destId="{695486A5-E7E3-4828-B44B-5551C15B9038}" srcOrd="8" destOrd="0" presId="urn:microsoft.com/office/officeart/2005/8/layout/cycle1"/>
    <dgm:cxn modelId="{EEECC66D-8CCC-4C29-9583-9867FC6DAEC4}" type="presParOf" srcId="{F3975057-E356-47A1-8C39-E693B7E15AF7}" destId="{E203E831-0D69-444B-9A62-AC5B12325A58}" srcOrd="9" destOrd="0" presId="urn:microsoft.com/office/officeart/2005/8/layout/cycle1"/>
    <dgm:cxn modelId="{03340412-D81C-47BB-B526-5D3579832780}" type="presParOf" srcId="{F3975057-E356-47A1-8C39-E693B7E15AF7}" destId="{CC304C47-5421-475A-86A2-21F1B4DE9A6B}" srcOrd="10" destOrd="0" presId="urn:microsoft.com/office/officeart/2005/8/layout/cycle1"/>
    <dgm:cxn modelId="{C513B00D-1C29-4EB4-A696-4A22480B41A5}" type="presParOf" srcId="{F3975057-E356-47A1-8C39-E693B7E15AF7}" destId="{D81247B7-896A-4DD6-9B9C-7DE53A52F5F9}" srcOrd="11" destOrd="0" presId="urn:microsoft.com/office/officeart/2005/8/layout/cycle1"/>
    <dgm:cxn modelId="{0783C112-EB49-4495-AED3-FCA1059B3FDE}" type="presParOf" srcId="{F3975057-E356-47A1-8C39-E693B7E15AF7}" destId="{F75C7544-6247-44A8-95D1-EFCFD62A13D5}" srcOrd="12" destOrd="0" presId="urn:microsoft.com/office/officeart/2005/8/layout/cycle1"/>
    <dgm:cxn modelId="{DBDD314E-0915-4E00-A917-CA8F9F8F525A}" type="presParOf" srcId="{F3975057-E356-47A1-8C39-E693B7E15AF7}" destId="{950DC851-9205-465C-93C2-44F75D378D2B}" srcOrd="13" destOrd="0" presId="urn:microsoft.com/office/officeart/2005/8/layout/cycle1"/>
    <dgm:cxn modelId="{5EE653C4-2CDB-4363-8E59-1774A6DA9507}" type="presParOf" srcId="{F3975057-E356-47A1-8C39-E693B7E15AF7}" destId="{957947FA-7B18-4E9C-8742-8779C0CC3A86}" srcOrd="14" destOrd="0" presId="urn:microsoft.com/office/officeart/2005/8/layout/cycle1"/>
    <dgm:cxn modelId="{66F0E5F4-455E-417A-8BF5-68CF5B160F8B}" type="presParOf" srcId="{F3975057-E356-47A1-8C39-E693B7E15AF7}" destId="{8E616D90-BE82-4EBD-A498-C105DC8F0F22}" srcOrd="15" destOrd="0" presId="urn:microsoft.com/office/officeart/2005/8/layout/cycle1"/>
    <dgm:cxn modelId="{AFDB55A5-AD96-4ADF-8374-954F4DDF1221}" type="presParOf" srcId="{F3975057-E356-47A1-8C39-E693B7E15AF7}" destId="{9AF796B2-FC1A-42D5-822C-3EA66EF6F0F9}" srcOrd="16" destOrd="0" presId="urn:microsoft.com/office/officeart/2005/8/layout/cycle1"/>
    <dgm:cxn modelId="{680E2F9C-249A-4B7B-AE64-5A4EB56BBAD3}" type="presParOf" srcId="{F3975057-E356-47A1-8C39-E693B7E15AF7}" destId="{402EF748-6927-4629-8197-D20B2017563D}" srcOrd="17" destOrd="0" presId="urn:microsoft.com/office/officeart/2005/8/layout/cycle1"/>
    <dgm:cxn modelId="{7A589F1A-828F-4674-AB6B-9090F881A179}" type="presParOf" srcId="{F3975057-E356-47A1-8C39-E693B7E15AF7}" destId="{BD08781C-A7BF-4FFF-862F-94446C71FAAB}" srcOrd="18" destOrd="0" presId="urn:microsoft.com/office/officeart/2005/8/layout/cycle1"/>
    <dgm:cxn modelId="{22D5195D-B9DF-4A43-AC7B-09E26511CC98}" type="presParOf" srcId="{F3975057-E356-47A1-8C39-E693B7E15AF7}" destId="{4B239FE2-DB3E-4812-B4EE-05F47383D008}" srcOrd="19" destOrd="0" presId="urn:microsoft.com/office/officeart/2005/8/layout/cycle1"/>
    <dgm:cxn modelId="{40B857DB-FD8E-4FC0-8604-310424B15C36}" type="presParOf" srcId="{F3975057-E356-47A1-8C39-E693B7E15AF7}" destId="{1BCC7D0B-1503-41EF-92B4-7B101E852CE3}" srcOrd="20" destOrd="0" presId="urn:microsoft.com/office/officeart/2005/8/layout/cycl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5FFEEAA-CBFA-430C-8807-4618560B8D48}" type="doc">
      <dgm:prSet loTypeId="urn:microsoft.com/office/officeart/2008/layout/LinedList" loCatId="list" qsTypeId="urn:microsoft.com/office/officeart/2005/8/quickstyle/simple4" qsCatId="simple" csTypeId="urn:microsoft.com/office/officeart/2005/8/colors/colorful5" csCatId="colorful" phldr="1"/>
      <dgm:spPr/>
      <dgm:t>
        <a:bodyPr/>
        <a:lstStyle/>
        <a:p>
          <a:endParaRPr lang="en-US"/>
        </a:p>
      </dgm:t>
    </dgm:pt>
    <dgm:pt modelId="{389E661A-E005-4098-BB84-E61D0F5C21E0}">
      <dgm:prSet/>
      <dgm:spPr/>
      <dgm:t>
        <a:bodyPr/>
        <a:lstStyle/>
        <a:p>
          <a:r>
            <a:rPr lang="en-US"/>
            <a:t>MUST BE:</a:t>
          </a:r>
        </a:p>
      </dgm:t>
    </dgm:pt>
    <dgm:pt modelId="{3DD01657-A0AE-406D-AC14-5B64EB82A8D2}" type="parTrans" cxnId="{D433ED2F-7325-49A3-9165-5249686861B9}">
      <dgm:prSet/>
      <dgm:spPr/>
      <dgm:t>
        <a:bodyPr/>
        <a:lstStyle/>
        <a:p>
          <a:endParaRPr lang="en-US"/>
        </a:p>
      </dgm:t>
    </dgm:pt>
    <dgm:pt modelId="{DA7C1262-050D-4352-8415-02CA1CBFD128}" type="sibTrans" cxnId="{D433ED2F-7325-49A3-9165-5249686861B9}">
      <dgm:prSet/>
      <dgm:spPr/>
      <dgm:t>
        <a:bodyPr/>
        <a:lstStyle/>
        <a:p>
          <a:endParaRPr lang="en-US"/>
        </a:p>
      </dgm:t>
    </dgm:pt>
    <dgm:pt modelId="{76DB2F97-BEB3-494A-BB3E-6D0D6E3805D9}">
      <dgm:prSet/>
      <dgm:spPr/>
      <dgm:t>
        <a:bodyPr/>
        <a:lstStyle/>
        <a:p>
          <a:r>
            <a:rPr lang="en-US" b="1" dirty="0"/>
            <a:t>• S </a:t>
          </a:r>
          <a:r>
            <a:rPr lang="en-US" dirty="0" err="1"/>
            <a:t>pecific</a:t>
          </a:r>
          <a:endParaRPr lang="en-US" dirty="0"/>
        </a:p>
      </dgm:t>
    </dgm:pt>
    <dgm:pt modelId="{B595B756-9D0B-44B7-9BD5-43724B47F832}" type="parTrans" cxnId="{86904881-88DD-44BC-A774-49F85E0BAF4E}">
      <dgm:prSet/>
      <dgm:spPr/>
      <dgm:t>
        <a:bodyPr/>
        <a:lstStyle/>
        <a:p>
          <a:endParaRPr lang="en-US"/>
        </a:p>
      </dgm:t>
    </dgm:pt>
    <dgm:pt modelId="{E98162FF-7F98-43B4-9E2E-57666534C974}" type="sibTrans" cxnId="{86904881-88DD-44BC-A774-49F85E0BAF4E}">
      <dgm:prSet/>
      <dgm:spPr/>
      <dgm:t>
        <a:bodyPr/>
        <a:lstStyle/>
        <a:p>
          <a:endParaRPr lang="en-US"/>
        </a:p>
      </dgm:t>
    </dgm:pt>
    <dgm:pt modelId="{64A7FF8D-1F71-4C9C-A220-E78B15D496FD}">
      <dgm:prSet/>
      <dgm:spPr/>
      <dgm:t>
        <a:bodyPr/>
        <a:lstStyle/>
        <a:p>
          <a:r>
            <a:rPr lang="en-US" b="1" dirty="0"/>
            <a:t>• M</a:t>
          </a:r>
          <a:r>
            <a:rPr lang="en-US" dirty="0"/>
            <a:t> </a:t>
          </a:r>
          <a:r>
            <a:rPr lang="en-US" dirty="0" err="1"/>
            <a:t>easurable</a:t>
          </a:r>
          <a:endParaRPr lang="en-US" dirty="0"/>
        </a:p>
      </dgm:t>
    </dgm:pt>
    <dgm:pt modelId="{5AF2D914-F08E-4B30-8D6A-6F25F526BE00}" type="parTrans" cxnId="{5DF99289-519E-4732-A5FF-CC4751D62BD9}">
      <dgm:prSet/>
      <dgm:spPr/>
      <dgm:t>
        <a:bodyPr/>
        <a:lstStyle/>
        <a:p>
          <a:endParaRPr lang="en-US"/>
        </a:p>
      </dgm:t>
    </dgm:pt>
    <dgm:pt modelId="{A2670B01-C239-4BC6-B54F-CC0E399DAF4F}" type="sibTrans" cxnId="{5DF99289-519E-4732-A5FF-CC4751D62BD9}">
      <dgm:prSet/>
      <dgm:spPr/>
      <dgm:t>
        <a:bodyPr/>
        <a:lstStyle/>
        <a:p>
          <a:endParaRPr lang="en-US"/>
        </a:p>
      </dgm:t>
    </dgm:pt>
    <dgm:pt modelId="{57815DBE-2235-4F2A-8167-F2D615E72E3E}">
      <dgm:prSet/>
      <dgm:spPr/>
      <dgm:t>
        <a:bodyPr/>
        <a:lstStyle/>
        <a:p>
          <a:r>
            <a:rPr lang="en-US" b="1" dirty="0"/>
            <a:t>• A </a:t>
          </a:r>
          <a:r>
            <a:rPr lang="en-US" dirty="0" err="1"/>
            <a:t>ttainable</a:t>
          </a:r>
          <a:endParaRPr lang="en-US" dirty="0"/>
        </a:p>
      </dgm:t>
    </dgm:pt>
    <dgm:pt modelId="{09F8E5B5-6E5B-4CED-8CB2-0FD7879D5A63}" type="parTrans" cxnId="{DA9BD9F1-07A2-4AA2-B587-FBB5EC67D099}">
      <dgm:prSet/>
      <dgm:spPr/>
      <dgm:t>
        <a:bodyPr/>
        <a:lstStyle/>
        <a:p>
          <a:endParaRPr lang="en-US"/>
        </a:p>
      </dgm:t>
    </dgm:pt>
    <dgm:pt modelId="{5D33C179-DB35-496A-A4AA-AFCEB912C86B}" type="sibTrans" cxnId="{DA9BD9F1-07A2-4AA2-B587-FBB5EC67D099}">
      <dgm:prSet/>
      <dgm:spPr/>
      <dgm:t>
        <a:bodyPr/>
        <a:lstStyle/>
        <a:p>
          <a:endParaRPr lang="en-US"/>
        </a:p>
      </dgm:t>
    </dgm:pt>
    <dgm:pt modelId="{0E27C328-1471-49A0-A257-8C52590E3610}">
      <dgm:prSet/>
      <dgm:spPr/>
      <dgm:t>
        <a:bodyPr/>
        <a:lstStyle/>
        <a:p>
          <a:r>
            <a:rPr lang="en-US" b="1" dirty="0"/>
            <a:t>• R  </a:t>
          </a:r>
          <a:r>
            <a:rPr lang="en-US" dirty="0" err="1"/>
            <a:t>ealistic</a:t>
          </a:r>
          <a:endParaRPr lang="en-US" dirty="0"/>
        </a:p>
      </dgm:t>
    </dgm:pt>
    <dgm:pt modelId="{747F4523-7F22-4847-AEB5-CABA744FECDD}" type="parTrans" cxnId="{E7C4F7AC-0D2B-4A4D-B271-89D8995989CA}">
      <dgm:prSet/>
      <dgm:spPr/>
      <dgm:t>
        <a:bodyPr/>
        <a:lstStyle/>
        <a:p>
          <a:endParaRPr lang="en-US"/>
        </a:p>
      </dgm:t>
    </dgm:pt>
    <dgm:pt modelId="{65B5CD7B-D16A-468C-B44B-A178DFE8A53C}" type="sibTrans" cxnId="{E7C4F7AC-0D2B-4A4D-B271-89D8995989CA}">
      <dgm:prSet/>
      <dgm:spPr/>
      <dgm:t>
        <a:bodyPr/>
        <a:lstStyle/>
        <a:p>
          <a:endParaRPr lang="en-US"/>
        </a:p>
      </dgm:t>
    </dgm:pt>
    <dgm:pt modelId="{8DFEBF55-080B-4E1D-BAFC-B2B5FC07F495}">
      <dgm:prSet/>
      <dgm:spPr/>
      <dgm:t>
        <a:bodyPr/>
        <a:lstStyle/>
        <a:p>
          <a:r>
            <a:rPr lang="en-US" b="1" dirty="0"/>
            <a:t>• T </a:t>
          </a:r>
          <a:r>
            <a:rPr lang="en-US" dirty="0" err="1"/>
            <a:t>ime</a:t>
          </a:r>
          <a:r>
            <a:rPr lang="en-US" dirty="0"/>
            <a:t> Framed</a:t>
          </a:r>
        </a:p>
      </dgm:t>
    </dgm:pt>
    <dgm:pt modelId="{59451960-CBE3-4A10-9B21-1FF9BDCC9C3B}" type="parTrans" cxnId="{16DF2B44-4668-4EA9-8C67-73D4E86A3CAB}">
      <dgm:prSet/>
      <dgm:spPr/>
      <dgm:t>
        <a:bodyPr/>
        <a:lstStyle/>
        <a:p>
          <a:endParaRPr lang="en-US"/>
        </a:p>
      </dgm:t>
    </dgm:pt>
    <dgm:pt modelId="{9B715616-E4B5-4F56-89D4-F4202196A1ED}" type="sibTrans" cxnId="{16DF2B44-4668-4EA9-8C67-73D4E86A3CAB}">
      <dgm:prSet/>
      <dgm:spPr/>
      <dgm:t>
        <a:bodyPr/>
        <a:lstStyle/>
        <a:p>
          <a:endParaRPr lang="en-US"/>
        </a:p>
      </dgm:t>
    </dgm:pt>
    <dgm:pt modelId="{EB0BD9B7-DEDA-4E6C-BABA-33E0AA704A81}" type="pres">
      <dgm:prSet presAssocID="{E5FFEEAA-CBFA-430C-8807-4618560B8D48}" presName="vert0" presStyleCnt="0">
        <dgm:presLayoutVars>
          <dgm:dir/>
          <dgm:animOne val="branch"/>
          <dgm:animLvl val="lvl"/>
        </dgm:presLayoutVars>
      </dgm:prSet>
      <dgm:spPr/>
    </dgm:pt>
    <dgm:pt modelId="{285E79D6-9EFF-4B12-AFC1-CB50BDC26D6A}" type="pres">
      <dgm:prSet presAssocID="{389E661A-E005-4098-BB84-E61D0F5C21E0}" presName="thickLine" presStyleLbl="alignNode1" presStyleIdx="0" presStyleCnt="6"/>
      <dgm:spPr/>
    </dgm:pt>
    <dgm:pt modelId="{01D7F8BA-AA8C-4D29-8D3B-31F77565ABC5}" type="pres">
      <dgm:prSet presAssocID="{389E661A-E005-4098-BB84-E61D0F5C21E0}" presName="horz1" presStyleCnt="0"/>
      <dgm:spPr/>
    </dgm:pt>
    <dgm:pt modelId="{77B6FE5A-9C18-453F-BF80-FB531A7516C5}" type="pres">
      <dgm:prSet presAssocID="{389E661A-E005-4098-BB84-E61D0F5C21E0}" presName="tx1" presStyleLbl="revTx" presStyleIdx="0" presStyleCnt="6"/>
      <dgm:spPr/>
    </dgm:pt>
    <dgm:pt modelId="{97DD272D-FA11-40F3-83AD-43114B14BE0E}" type="pres">
      <dgm:prSet presAssocID="{389E661A-E005-4098-BB84-E61D0F5C21E0}" presName="vert1" presStyleCnt="0"/>
      <dgm:spPr/>
    </dgm:pt>
    <dgm:pt modelId="{882683BB-7A5D-486B-BDA1-269ACD2F7D7C}" type="pres">
      <dgm:prSet presAssocID="{76DB2F97-BEB3-494A-BB3E-6D0D6E3805D9}" presName="thickLine" presStyleLbl="alignNode1" presStyleIdx="1" presStyleCnt="6"/>
      <dgm:spPr/>
    </dgm:pt>
    <dgm:pt modelId="{BE0FB1B1-9133-43F0-AF1A-32E66F477317}" type="pres">
      <dgm:prSet presAssocID="{76DB2F97-BEB3-494A-BB3E-6D0D6E3805D9}" presName="horz1" presStyleCnt="0"/>
      <dgm:spPr/>
    </dgm:pt>
    <dgm:pt modelId="{E6F1C5BC-E992-4092-833D-9756DEAE66A8}" type="pres">
      <dgm:prSet presAssocID="{76DB2F97-BEB3-494A-BB3E-6D0D6E3805D9}" presName="tx1" presStyleLbl="revTx" presStyleIdx="1" presStyleCnt="6"/>
      <dgm:spPr/>
    </dgm:pt>
    <dgm:pt modelId="{FC109A9B-E02B-4104-AFC9-38304D1AD300}" type="pres">
      <dgm:prSet presAssocID="{76DB2F97-BEB3-494A-BB3E-6D0D6E3805D9}" presName="vert1" presStyleCnt="0"/>
      <dgm:spPr/>
    </dgm:pt>
    <dgm:pt modelId="{2786A8AA-46B0-468B-BE15-BDA7243C7847}" type="pres">
      <dgm:prSet presAssocID="{64A7FF8D-1F71-4C9C-A220-E78B15D496FD}" presName="thickLine" presStyleLbl="alignNode1" presStyleIdx="2" presStyleCnt="6"/>
      <dgm:spPr/>
    </dgm:pt>
    <dgm:pt modelId="{C6A02A7E-7DA1-4948-A643-52D227A7893A}" type="pres">
      <dgm:prSet presAssocID="{64A7FF8D-1F71-4C9C-A220-E78B15D496FD}" presName="horz1" presStyleCnt="0"/>
      <dgm:spPr/>
    </dgm:pt>
    <dgm:pt modelId="{3F836534-2308-4510-AD67-E11CB6E8AC46}" type="pres">
      <dgm:prSet presAssocID="{64A7FF8D-1F71-4C9C-A220-E78B15D496FD}" presName="tx1" presStyleLbl="revTx" presStyleIdx="2" presStyleCnt="6"/>
      <dgm:spPr/>
    </dgm:pt>
    <dgm:pt modelId="{932E3ECA-0BBC-4625-B539-038ACBF19417}" type="pres">
      <dgm:prSet presAssocID="{64A7FF8D-1F71-4C9C-A220-E78B15D496FD}" presName="vert1" presStyleCnt="0"/>
      <dgm:spPr/>
    </dgm:pt>
    <dgm:pt modelId="{D0BDAC22-9CDA-4199-8661-7F75D6BC87AD}" type="pres">
      <dgm:prSet presAssocID="{57815DBE-2235-4F2A-8167-F2D615E72E3E}" presName="thickLine" presStyleLbl="alignNode1" presStyleIdx="3" presStyleCnt="6"/>
      <dgm:spPr/>
    </dgm:pt>
    <dgm:pt modelId="{7D4A1D94-2FCD-4525-B392-784515398B0D}" type="pres">
      <dgm:prSet presAssocID="{57815DBE-2235-4F2A-8167-F2D615E72E3E}" presName="horz1" presStyleCnt="0"/>
      <dgm:spPr/>
    </dgm:pt>
    <dgm:pt modelId="{EE4F071D-55A4-47DD-8155-EE89B718DD85}" type="pres">
      <dgm:prSet presAssocID="{57815DBE-2235-4F2A-8167-F2D615E72E3E}" presName="tx1" presStyleLbl="revTx" presStyleIdx="3" presStyleCnt="6"/>
      <dgm:spPr/>
    </dgm:pt>
    <dgm:pt modelId="{8B906948-1A14-43E5-9A88-001CFD7D6B3A}" type="pres">
      <dgm:prSet presAssocID="{57815DBE-2235-4F2A-8167-F2D615E72E3E}" presName="vert1" presStyleCnt="0"/>
      <dgm:spPr/>
    </dgm:pt>
    <dgm:pt modelId="{E5227CF6-1285-4084-9E0B-7B3D4689151E}" type="pres">
      <dgm:prSet presAssocID="{0E27C328-1471-49A0-A257-8C52590E3610}" presName="thickLine" presStyleLbl="alignNode1" presStyleIdx="4" presStyleCnt="6"/>
      <dgm:spPr/>
    </dgm:pt>
    <dgm:pt modelId="{F00E2CBA-CB4C-450B-9FC2-F495FC005F59}" type="pres">
      <dgm:prSet presAssocID="{0E27C328-1471-49A0-A257-8C52590E3610}" presName="horz1" presStyleCnt="0"/>
      <dgm:spPr/>
    </dgm:pt>
    <dgm:pt modelId="{D5D3AE20-8175-48C3-A0C7-CFAF45CEA825}" type="pres">
      <dgm:prSet presAssocID="{0E27C328-1471-49A0-A257-8C52590E3610}" presName="tx1" presStyleLbl="revTx" presStyleIdx="4" presStyleCnt="6"/>
      <dgm:spPr/>
    </dgm:pt>
    <dgm:pt modelId="{EEFCA19D-A800-468A-A885-11E4A44E7B99}" type="pres">
      <dgm:prSet presAssocID="{0E27C328-1471-49A0-A257-8C52590E3610}" presName="vert1" presStyleCnt="0"/>
      <dgm:spPr/>
    </dgm:pt>
    <dgm:pt modelId="{5C1E9010-4929-4333-88DD-1B9BDB466364}" type="pres">
      <dgm:prSet presAssocID="{8DFEBF55-080B-4E1D-BAFC-B2B5FC07F495}" presName="thickLine" presStyleLbl="alignNode1" presStyleIdx="5" presStyleCnt="6"/>
      <dgm:spPr/>
    </dgm:pt>
    <dgm:pt modelId="{FCF6935B-C1BD-4313-AE72-4A5546567FBA}" type="pres">
      <dgm:prSet presAssocID="{8DFEBF55-080B-4E1D-BAFC-B2B5FC07F495}" presName="horz1" presStyleCnt="0"/>
      <dgm:spPr/>
    </dgm:pt>
    <dgm:pt modelId="{F7B99904-AE38-4117-A3B9-CBEDC09DDE25}" type="pres">
      <dgm:prSet presAssocID="{8DFEBF55-080B-4E1D-BAFC-B2B5FC07F495}" presName="tx1" presStyleLbl="revTx" presStyleIdx="5" presStyleCnt="6"/>
      <dgm:spPr/>
    </dgm:pt>
    <dgm:pt modelId="{3217725A-FA48-4DF9-AAA2-1B8052E602F8}" type="pres">
      <dgm:prSet presAssocID="{8DFEBF55-080B-4E1D-BAFC-B2B5FC07F495}" presName="vert1" presStyleCnt="0"/>
      <dgm:spPr/>
    </dgm:pt>
  </dgm:ptLst>
  <dgm:cxnLst>
    <dgm:cxn modelId="{4705492F-0C99-406A-A2BC-11F7A8C5D83E}" type="presOf" srcId="{389E661A-E005-4098-BB84-E61D0F5C21E0}" destId="{77B6FE5A-9C18-453F-BF80-FB531A7516C5}" srcOrd="0" destOrd="0" presId="urn:microsoft.com/office/officeart/2008/layout/LinedList"/>
    <dgm:cxn modelId="{D433ED2F-7325-49A3-9165-5249686861B9}" srcId="{E5FFEEAA-CBFA-430C-8807-4618560B8D48}" destId="{389E661A-E005-4098-BB84-E61D0F5C21E0}" srcOrd="0" destOrd="0" parTransId="{3DD01657-A0AE-406D-AC14-5B64EB82A8D2}" sibTransId="{DA7C1262-050D-4352-8415-02CA1CBFD128}"/>
    <dgm:cxn modelId="{16DF2B44-4668-4EA9-8C67-73D4E86A3CAB}" srcId="{E5FFEEAA-CBFA-430C-8807-4618560B8D48}" destId="{8DFEBF55-080B-4E1D-BAFC-B2B5FC07F495}" srcOrd="5" destOrd="0" parTransId="{59451960-CBE3-4A10-9B21-1FF9BDCC9C3B}" sibTransId="{9B715616-E4B5-4F56-89D4-F4202196A1ED}"/>
    <dgm:cxn modelId="{3D56294A-2D63-406B-BDBD-86905A51E889}" type="presOf" srcId="{E5FFEEAA-CBFA-430C-8807-4618560B8D48}" destId="{EB0BD9B7-DEDA-4E6C-BABA-33E0AA704A81}" srcOrd="0" destOrd="0" presId="urn:microsoft.com/office/officeart/2008/layout/LinedList"/>
    <dgm:cxn modelId="{790F7653-ABBC-437D-95C2-24799EE4AD96}" type="presOf" srcId="{0E27C328-1471-49A0-A257-8C52590E3610}" destId="{D5D3AE20-8175-48C3-A0C7-CFAF45CEA825}" srcOrd="0" destOrd="0" presId="urn:microsoft.com/office/officeart/2008/layout/LinedList"/>
    <dgm:cxn modelId="{86904881-88DD-44BC-A774-49F85E0BAF4E}" srcId="{E5FFEEAA-CBFA-430C-8807-4618560B8D48}" destId="{76DB2F97-BEB3-494A-BB3E-6D0D6E3805D9}" srcOrd="1" destOrd="0" parTransId="{B595B756-9D0B-44B7-9BD5-43724B47F832}" sibTransId="{E98162FF-7F98-43B4-9E2E-57666534C974}"/>
    <dgm:cxn modelId="{5DF99289-519E-4732-A5FF-CC4751D62BD9}" srcId="{E5FFEEAA-CBFA-430C-8807-4618560B8D48}" destId="{64A7FF8D-1F71-4C9C-A220-E78B15D496FD}" srcOrd="2" destOrd="0" parTransId="{5AF2D914-F08E-4B30-8D6A-6F25F526BE00}" sibTransId="{A2670B01-C239-4BC6-B54F-CC0E399DAF4F}"/>
    <dgm:cxn modelId="{C1A92394-7E36-4F92-95A5-CF13A5D91F9C}" type="presOf" srcId="{64A7FF8D-1F71-4C9C-A220-E78B15D496FD}" destId="{3F836534-2308-4510-AD67-E11CB6E8AC46}" srcOrd="0" destOrd="0" presId="urn:microsoft.com/office/officeart/2008/layout/LinedList"/>
    <dgm:cxn modelId="{E7C4F7AC-0D2B-4A4D-B271-89D8995989CA}" srcId="{E5FFEEAA-CBFA-430C-8807-4618560B8D48}" destId="{0E27C328-1471-49A0-A257-8C52590E3610}" srcOrd="4" destOrd="0" parTransId="{747F4523-7F22-4847-AEB5-CABA744FECDD}" sibTransId="{65B5CD7B-D16A-468C-B44B-A178DFE8A53C}"/>
    <dgm:cxn modelId="{3EB620B4-A615-4A6F-A0C6-AD17FB195066}" type="presOf" srcId="{8DFEBF55-080B-4E1D-BAFC-B2B5FC07F495}" destId="{F7B99904-AE38-4117-A3B9-CBEDC09DDE25}" srcOrd="0" destOrd="0" presId="urn:microsoft.com/office/officeart/2008/layout/LinedList"/>
    <dgm:cxn modelId="{732617BA-2988-4612-BB42-4F6209F7FA09}" type="presOf" srcId="{57815DBE-2235-4F2A-8167-F2D615E72E3E}" destId="{EE4F071D-55A4-47DD-8155-EE89B718DD85}" srcOrd="0" destOrd="0" presId="urn:microsoft.com/office/officeart/2008/layout/LinedList"/>
    <dgm:cxn modelId="{9E7279DF-3DD1-4CC7-8137-6F1DE50D22F0}" type="presOf" srcId="{76DB2F97-BEB3-494A-BB3E-6D0D6E3805D9}" destId="{E6F1C5BC-E992-4092-833D-9756DEAE66A8}" srcOrd="0" destOrd="0" presId="urn:microsoft.com/office/officeart/2008/layout/LinedList"/>
    <dgm:cxn modelId="{DA9BD9F1-07A2-4AA2-B587-FBB5EC67D099}" srcId="{E5FFEEAA-CBFA-430C-8807-4618560B8D48}" destId="{57815DBE-2235-4F2A-8167-F2D615E72E3E}" srcOrd="3" destOrd="0" parTransId="{09F8E5B5-6E5B-4CED-8CB2-0FD7879D5A63}" sibTransId="{5D33C179-DB35-496A-A4AA-AFCEB912C86B}"/>
    <dgm:cxn modelId="{5FAAC718-974D-4467-9209-F790D35809A6}" type="presParOf" srcId="{EB0BD9B7-DEDA-4E6C-BABA-33E0AA704A81}" destId="{285E79D6-9EFF-4B12-AFC1-CB50BDC26D6A}" srcOrd="0" destOrd="0" presId="urn:microsoft.com/office/officeart/2008/layout/LinedList"/>
    <dgm:cxn modelId="{59EA676D-CD3F-4F01-9828-A2AE90043DD0}" type="presParOf" srcId="{EB0BD9B7-DEDA-4E6C-BABA-33E0AA704A81}" destId="{01D7F8BA-AA8C-4D29-8D3B-31F77565ABC5}" srcOrd="1" destOrd="0" presId="urn:microsoft.com/office/officeart/2008/layout/LinedList"/>
    <dgm:cxn modelId="{61120402-81A3-427B-9A5C-0CC2F70D684F}" type="presParOf" srcId="{01D7F8BA-AA8C-4D29-8D3B-31F77565ABC5}" destId="{77B6FE5A-9C18-453F-BF80-FB531A7516C5}" srcOrd="0" destOrd="0" presId="urn:microsoft.com/office/officeart/2008/layout/LinedList"/>
    <dgm:cxn modelId="{E98922CE-2E13-49B3-B20A-2BC538A03550}" type="presParOf" srcId="{01D7F8BA-AA8C-4D29-8D3B-31F77565ABC5}" destId="{97DD272D-FA11-40F3-83AD-43114B14BE0E}" srcOrd="1" destOrd="0" presId="urn:microsoft.com/office/officeart/2008/layout/LinedList"/>
    <dgm:cxn modelId="{A6FC1DFA-229C-45FB-BB04-5B6F3D07A246}" type="presParOf" srcId="{EB0BD9B7-DEDA-4E6C-BABA-33E0AA704A81}" destId="{882683BB-7A5D-486B-BDA1-269ACD2F7D7C}" srcOrd="2" destOrd="0" presId="urn:microsoft.com/office/officeart/2008/layout/LinedList"/>
    <dgm:cxn modelId="{AA823717-6CA0-43EB-827D-191FDC483885}" type="presParOf" srcId="{EB0BD9B7-DEDA-4E6C-BABA-33E0AA704A81}" destId="{BE0FB1B1-9133-43F0-AF1A-32E66F477317}" srcOrd="3" destOrd="0" presId="urn:microsoft.com/office/officeart/2008/layout/LinedList"/>
    <dgm:cxn modelId="{419DDC32-379D-4975-86A0-2641F4C2EA28}" type="presParOf" srcId="{BE0FB1B1-9133-43F0-AF1A-32E66F477317}" destId="{E6F1C5BC-E992-4092-833D-9756DEAE66A8}" srcOrd="0" destOrd="0" presId="urn:microsoft.com/office/officeart/2008/layout/LinedList"/>
    <dgm:cxn modelId="{0A77ED77-F59B-4CED-8E9F-76A733EE528F}" type="presParOf" srcId="{BE0FB1B1-9133-43F0-AF1A-32E66F477317}" destId="{FC109A9B-E02B-4104-AFC9-38304D1AD300}" srcOrd="1" destOrd="0" presId="urn:microsoft.com/office/officeart/2008/layout/LinedList"/>
    <dgm:cxn modelId="{B3A2D9F1-F274-4408-BB81-34825D4C8C9A}" type="presParOf" srcId="{EB0BD9B7-DEDA-4E6C-BABA-33E0AA704A81}" destId="{2786A8AA-46B0-468B-BE15-BDA7243C7847}" srcOrd="4" destOrd="0" presId="urn:microsoft.com/office/officeart/2008/layout/LinedList"/>
    <dgm:cxn modelId="{2A9067B7-0B0C-443E-853C-41329369894A}" type="presParOf" srcId="{EB0BD9B7-DEDA-4E6C-BABA-33E0AA704A81}" destId="{C6A02A7E-7DA1-4948-A643-52D227A7893A}" srcOrd="5" destOrd="0" presId="urn:microsoft.com/office/officeart/2008/layout/LinedList"/>
    <dgm:cxn modelId="{D8C81211-8E88-4A41-8DB5-B88E3F534349}" type="presParOf" srcId="{C6A02A7E-7DA1-4948-A643-52D227A7893A}" destId="{3F836534-2308-4510-AD67-E11CB6E8AC46}" srcOrd="0" destOrd="0" presId="urn:microsoft.com/office/officeart/2008/layout/LinedList"/>
    <dgm:cxn modelId="{44BF6983-79CA-4CFD-B21A-581E995BFAE3}" type="presParOf" srcId="{C6A02A7E-7DA1-4948-A643-52D227A7893A}" destId="{932E3ECA-0BBC-4625-B539-038ACBF19417}" srcOrd="1" destOrd="0" presId="urn:microsoft.com/office/officeart/2008/layout/LinedList"/>
    <dgm:cxn modelId="{7668DBB4-60BF-467B-889B-450D66619995}" type="presParOf" srcId="{EB0BD9B7-DEDA-4E6C-BABA-33E0AA704A81}" destId="{D0BDAC22-9CDA-4199-8661-7F75D6BC87AD}" srcOrd="6" destOrd="0" presId="urn:microsoft.com/office/officeart/2008/layout/LinedList"/>
    <dgm:cxn modelId="{CD3B445C-0C47-465D-9946-89B30F4F9EC4}" type="presParOf" srcId="{EB0BD9B7-DEDA-4E6C-BABA-33E0AA704A81}" destId="{7D4A1D94-2FCD-4525-B392-784515398B0D}" srcOrd="7" destOrd="0" presId="urn:microsoft.com/office/officeart/2008/layout/LinedList"/>
    <dgm:cxn modelId="{8D60F4B2-E5BC-4BCC-8E94-BF57FC5D1751}" type="presParOf" srcId="{7D4A1D94-2FCD-4525-B392-784515398B0D}" destId="{EE4F071D-55A4-47DD-8155-EE89B718DD85}" srcOrd="0" destOrd="0" presId="urn:microsoft.com/office/officeart/2008/layout/LinedList"/>
    <dgm:cxn modelId="{CDAA0F4E-A25E-46A2-843B-5B8449719FDF}" type="presParOf" srcId="{7D4A1D94-2FCD-4525-B392-784515398B0D}" destId="{8B906948-1A14-43E5-9A88-001CFD7D6B3A}" srcOrd="1" destOrd="0" presId="urn:microsoft.com/office/officeart/2008/layout/LinedList"/>
    <dgm:cxn modelId="{58F400BF-2FE5-408C-9FB9-B2AEDA415E25}" type="presParOf" srcId="{EB0BD9B7-DEDA-4E6C-BABA-33E0AA704A81}" destId="{E5227CF6-1285-4084-9E0B-7B3D4689151E}" srcOrd="8" destOrd="0" presId="urn:microsoft.com/office/officeart/2008/layout/LinedList"/>
    <dgm:cxn modelId="{40BC2DDE-DC41-4FEC-842A-CD7313AE03F1}" type="presParOf" srcId="{EB0BD9B7-DEDA-4E6C-BABA-33E0AA704A81}" destId="{F00E2CBA-CB4C-450B-9FC2-F495FC005F59}" srcOrd="9" destOrd="0" presId="urn:microsoft.com/office/officeart/2008/layout/LinedList"/>
    <dgm:cxn modelId="{424ABF6E-D5F9-43A2-899E-48849B2F34AE}" type="presParOf" srcId="{F00E2CBA-CB4C-450B-9FC2-F495FC005F59}" destId="{D5D3AE20-8175-48C3-A0C7-CFAF45CEA825}" srcOrd="0" destOrd="0" presId="urn:microsoft.com/office/officeart/2008/layout/LinedList"/>
    <dgm:cxn modelId="{E9BDA1FC-DC89-40B3-88CB-F9B255358418}" type="presParOf" srcId="{F00E2CBA-CB4C-450B-9FC2-F495FC005F59}" destId="{EEFCA19D-A800-468A-A885-11E4A44E7B99}" srcOrd="1" destOrd="0" presId="urn:microsoft.com/office/officeart/2008/layout/LinedList"/>
    <dgm:cxn modelId="{893C6D5B-CCF5-4E1F-B822-AC06C6DB64E1}" type="presParOf" srcId="{EB0BD9B7-DEDA-4E6C-BABA-33E0AA704A81}" destId="{5C1E9010-4929-4333-88DD-1B9BDB466364}" srcOrd="10" destOrd="0" presId="urn:microsoft.com/office/officeart/2008/layout/LinedList"/>
    <dgm:cxn modelId="{B1B1984A-2B2F-446E-80BB-8DC0524B4BDD}" type="presParOf" srcId="{EB0BD9B7-DEDA-4E6C-BABA-33E0AA704A81}" destId="{FCF6935B-C1BD-4313-AE72-4A5546567FBA}" srcOrd="11" destOrd="0" presId="urn:microsoft.com/office/officeart/2008/layout/LinedList"/>
    <dgm:cxn modelId="{1E49C173-95F0-4044-8A88-4F1678871C81}" type="presParOf" srcId="{FCF6935B-C1BD-4313-AE72-4A5546567FBA}" destId="{F7B99904-AE38-4117-A3B9-CBEDC09DDE25}" srcOrd="0" destOrd="0" presId="urn:microsoft.com/office/officeart/2008/layout/LinedList"/>
    <dgm:cxn modelId="{D1AB51CA-0338-4797-997B-2AE40BB1F664}" type="presParOf" srcId="{FCF6935B-C1BD-4313-AE72-4A5546567FBA}" destId="{3217725A-FA48-4DF9-AAA2-1B8052E602F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B44116-3493-489E-9655-D96BCB6824DE}">
      <dsp:nvSpPr>
        <dsp:cNvPr id="0" name=""/>
        <dsp:cNvSpPr/>
      </dsp:nvSpPr>
      <dsp:spPr>
        <a:xfrm>
          <a:off x="0" y="0"/>
          <a:ext cx="5728344" cy="0"/>
        </a:xfrm>
        <a:prstGeom prst="line">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w="9525" cap="rnd"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9759892-E5A7-4E5F-BA74-5854AAE6393F}">
      <dsp:nvSpPr>
        <dsp:cNvPr id="0" name=""/>
        <dsp:cNvSpPr/>
      </dsp:nvSpPr>
      <dsp:spPr>
        <a:xfrm>
          <a:off x="0" y="0"/>
          <a:ext cx="5728344" cy="12257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i="0" kern="1200">
              <a:latin typeface="Cambria" panose="02040503050406030204" pitchFamily="18" charset="0"/>
              <a:ea typeface="Cambria" panose="02040503050406030204" pitchFamily="18" charset="0"/>
            </a:rPr>
            <a:t>Provide superior quality care for each patient we are privileged to serve.</a:t>
          </a:r>
        </a:p>
      </dsp:txBody>
      <dsp:txXfrm>
        <a:off x="0" y="0"/>
        <a:ext cx="5728344" cy="1225747"/>
      </dsp:txXfrm>
    </dsp:sp>
    <dsp:sp modelId="{19384653-2A20-406C-9EA1-6F6B67F570CE}">
      <dsp:nvSpPr>
        <dsp:cNvPr id="0" name=""/>
        <dsp:cNvSpPr/>
      </dsp:nvSpPr>
      <dsp:spPr>
        <a:xfrm>
          <a:off x="0" y="1225747"/>
          <a:ext cx="5728344" cy="0"/>
        </a:xfrm>
        <a:prstGeom prst="line">
          <a:avLst/>
        </a:prstGeom>
        <a:blipFill rotWithShape="1">
          <a:blip xmlns:r="http://schemas.openxmlformats.org/officeDocument/2006/relationships" r:embed="rId1">
            <a:duotone>
              <a:schemeClr val="accent2">
                <a:hueOff val="-1292792"/>
                <a:satOff val="-2924"/>
                <a:lumOff val="-1895"/>
                <a:alphaOff val="0"/>
                <a:tint val="98000"/>
                <a:lumMod val="102000"/>
              </a:schemeClr>
              <a:schemeClr val="accent2">
                <a:hueOff val="-1292792"/>
                <a:satOff val="-2924"/>
                <a:lumOff val="-1895"/>
                <a:alphaOff val="0"/>
                <a:shade val="98000"/>
                <a:lumMod val="98000"/>
              </a:schemeClr>
            </a:duotone>
          </a:blip>
          <a:tile tx="0" ty="0" sx="100000" sy="100000" flip="none" algn="tl"/>
        </a:blipFill>
        <a:ln w="9525" cap="rnd" cmpd="sng" algn="ctr">
          <a:solidFill>
            <a:schemeClr val="accent2">
              <a:hueOff val="-1292792"/>
              <a:satOff val="-2924"/>
              <a:lumOff val="-1895"/>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9496D200-D8CC-475F-B495-9431E87B0CD8}">
      <dsp:nvSpPr>
        <dsp:cNvPr id="0" name=""/>
        <dsp:cNvSpPr/>
      </dsp:nvSpPr>
      <dsp:spPr>
        <a:xfrm>
          <a:off x="0" y="1225747"/>
          <a:ext cx="5728344" cy="12257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i="0" kern="1200" dirty="0">
              <a:latin typeface="Cambria" panose="02040503050406030204" pitchFamily="18" charset="0"/>
              <a:ea typeface="Cambria" panose="02040503050406030204" pitchFamily="18" charset="0"/>
            </a:rPr>
            <a:t>Many of our patients face </a:t>
          </a:r>
          <a:r>
            <a:rPr lang="en-US" sz="2500" b="1" i="0" u="sng" kern="1200" dirty="0">
              <a:latin typeface="Cambria" panose="02040503050406030204" pitchFamily="18" charset="0"/>
              <a:ea typeface="Cambria" panose="02040503050406030204" pitchFamily="18" charset="0"/>
            </a:rPr>
            <a:t>complex health challenges </a:t>
          </a:r>
          <a:r>
            <a:rPr lang="en-US" sz="2500" i="0" kern="1200" dirty="0">
              <a:latin typeface="Cambria" panose="02040503050406030204" pitchFamily="18" charset="0"/>
              <a:ea typeface="Cambria" panose="02040503050406030204" pitchFamily="18" charset="0"/>
            </a:rPr>
            <a:t>and it is our job to have </a:t>
          </a:r>
          <a:r>
            <a:rPr lang="en-US" sz="2500" b="1" i="0" kern="1200" dirty="0">
              <a:latin typeface="Cambria" panose="02040503050406030204" pitchFamily="18" charset="0"/>
              <a:ea typeface="Cambria" panose="02040503050406030204" pitchFamily="18" charset="0"/>
            </a:rPr>
            <a:t>compassion and understanding</a:t>
          </a:r>
          <a:r>
            <a:rPr lang="en-US" sz="2500" i="0" kern="1200" dirty="0">
              <a:latin typeface="Cambria" panose="02040503050406030204" pitchFamily="18" charset="0"/>
              <a:ea typeface="Cambria" panose="02040503050406030204" pitchFamily="18" charset="0"/>
            </a:rPr>
            <a:t>.</a:t>
          </a:r>
        </a:p>
      </dsp:txBody>
      <dsp:txXfrm>
        <a:off x="0" y="1225747"/>
        <a:ext cx="5728344" cy="1225747"/>
      </dsp:txXfrm>
    </dsp:sp>
    <dsp:sp modelId="{99D66AAE-1472-4714-8D41-3386C23930EF}">
      <dsp:nvSpPr>
        <dsp:cNvPr id="0" name=""/>
        <dsp:cNvSpPr/>
      </dsp:nvSpPr>
      <dsp:spPr>
        <a:xfrm>
          <a:off x="0" y="2451495"/>
          <a:ext cx="5728344" cy="0"/>
        </a:xfrm>
        <a:prstGeom prst="line">
          <a:avLst/>
        </a:prstGeom>
        <a:blipFill rotWithShape="1">
          <a:blip xmlns:r="http://schemas.openxmlformats.org/officeDocument/2006/relationships" r:embed="rId1">
            <a:duotone>
              <a:schemeClr val="accent2">
                <a:hueOff val="-2585584"/>
                <a:satOff val="-5847"/>
                <a:lumOff val="-3791"/>
                <a:alphaOff val="0"/>
                <a:tint val="98000"/>
                <a:lumMod val="102000"/>
              </a:schemeClr>
              <a:schemeClr val="accent2">
                <a:hueOff val="-2585584"/>
                <a:satOff val="-5847"/>
                <a:lumOff val="-3791"/>
                <a:alphaOff val="0"/>
                <a:shade val="98000"/>
                <a:lumMod val="98000"/>
              </a:schemeClr>
            </a:duotone>
          </a:blip>
          <a:tile tx="0" ty="0" sx="100000" sy="100000" flip="none" algn="tl"/>
        </a:blipFill>
        <a:ln w="9525" cap="rnd" cmpd="sng" algn="ctr">
          <a:solidFill>
            <a:schemeClr val="accent2">
              <a:hueOff val="-2585584"/>
              <a:satOff val="-5847"/>
              <a:lumOff val="-3791"/>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9B815A4A-8E3D-458A-A068-4FB72E0FA5E0}">
      <dsp:nvSpPr>
        <dsp:cNvPr id="0" name=""/>
        <dsp:cNvSpPr/>
      </dsp:nvSpPr>
      <dsp:spPr>
        <a:xfrm>
          <a:off x="0" y="2451495"/>
          <a:ext cx="5728344" cy="12257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i="0" kern="1200" dirty="0">
              <a:latin typeface="Cambria" panose="02040503050406030204" pitchFamily="18" charset="0"/>
              <a:ea typeface="Cambria" panose="02040503050406030204" pitchFamily="18" charset="0"/>
            </a:rPr>
            <a:t>Be aware that </a:t>
          </a:r>
          <a:r>
            <a:rPr lang="en-US" sz="2500" i="0" u="sng" kern="1200" dirty="0">
              <a:latin typeface="Cambria" panose="02040503050406030204" pitchFamily="18" charset="0"/>
              <a:ea typeface="Cambria" panose="02040503050406030204" pitchFamily="18" charset="0"/>
            </a:rPr>
            <a:t>behind every patient are families and loved ones </a:t>
          </a:r>
          <a:r>
            <a:rPr lang="en-US" sz="2500" i="0" kern="1200" dirty="0">
              <a:latin typeface="Cambria" panose="02040503050406030204" pitchFamily="18" charset="0"/>
              <a:ea typeface="Cambria" panose="02040503050406030204" pitchFamily="18" charset="0"/>
            </a:rPr>
            <a:t>who also need support.</a:t>
          </a:r>
        </a:p>
      </dsp:txBody>
      <dsp:txXfrm>
        <a:off x="0" y="2451495"/>
        <a:ext cx="5728344" cy="1225747"/>
      </dsp:txXfrm>
    </dsp:sp>
    <dsp:sp modelId="{BA6A831B-5CF7-44C6-BFAB-60A41BE76486}">
      <dsp:nvSpPr>
        <dsp:cNvPr id="0" name=""/>
        <dsp:cNvSpPr/>
      </dsp:nvSpPr>
      <dsp:spPr>
        <a:xfrm>
          <a:off x="0" y="3677242"/>
          <a:ext cx="5728344" cy="0"/>
        </a:xfrm>
        <a:prstGeom prst="line">
          <a:avLst/>
        </a:prstGeom>
        <a:blipFill rotWithShape="1">
          <a:blip xmlns:r="http://schemas.openxmlformats.org/officeDocument/2006/relationships" r:embed="rId1">
            <a:duotone>
              <a:schemeClr val="accent2">
                <a:hueOff val="-3878375"/>
                <a:satOff val="-8771"/>
                <a:lumOff val="-5686"/>
                <a:alphaOff val="0"/>
                <a:tint val="98000"/>
                <a:lumMod val="102000"/>
              </a:schemeClr>
              <a:schemeClr val="accent2">
                <a:hueOff val="-3878375"/>
                <a:satOff val="-8771"/>
                <a:lumOff val="-5686"/>
                <a:alphaOff val="0"/>
                <a:shade val="98000"/>
                <a:lumMod val="98000"/>
              </a:schemeClr>
            </a:duotone>
          </a:blip>
          <a:tile tx="0" ty="0" sx="100000" sy="100000" flip="none" algn="tl"/>
        </a:blipFill>
        <a:ln w="9525" cap="rnd" cmpd="sng" algn="ctr">
          <a:solidFill>
            <a:schemeClr val="accent2">
              <a:hueOff val="-3878375"/>
              <a:satOff val="-8771"/>
              <a:lumOff val="-5686"/>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C4C22C9-8BF6-4DD6-BC9E-02312FF24917}">
      <dsp:nvSpPr>
        <dsp:cNvPr id="0" name=""/>
        <dsp:cNvSpPr/>
      </dsp:nvSpPr>
      <dsp:spPr>
        <a:xfrm>
          <a:off x="0" y="3677242"/>
          <a:ext cx="5728344" cy="12257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i="0" kern="1200">
              <a:latin typeface="Cambria" panose="02040503050406030204" pitchFamily="18" charset="0"/>
              <a:ea typeface="Cambria" panose="02040503050406030204" pitchFamily="18" charset="0"/>
            </a:rPr>
            <a:t>Every patient interaction matters</a:t>
          </a:r>
        </a:p>
      </dsp:txBody>
      <dsp:txXfrm>
        <a:off x="0" y="3677242"/>
        <a:ext cx="5728344" cy="12257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B867D6-E339-445B-85F8-D5C038AE88B9}">
      <dsp:nvSpPr>
        <dsp:cNvPr id="0" name=""/>
        <dsp:cNvSpPr/>
      </dsp:nvSpPr>
      <dsp:spPr>
        <a:xfrm>
          <a:off x="-717090" y="773975"/>
          <a:ext cx="10553700" cy="1871880"/>
        </a:xfrm>
        <a:prstGeom prst="roundRect">
          <a:avLst>
            <a:gd name="adj" fmla="val 10000"/>
          </a:avLst>
        </a:prstGeom>
        <a:solidFill>
          <a:schemeClr val="bg1">
            <a:lumMod val="95000"/>
            <a:hueOff val="0"/>
            <a:satOff val="0"/>
            <a:lumOff val="0"/>
            <a:alphaOff val="0"/>
          </a:schemeClr>
        </a:solidFill>
        <a:ln w="9525" cap="rnd"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FB63D856-7E79-4FCE-9F9A-11351A465E09}">
      <dsp:nvSpPr>
        <dsp:cNvPr id="0" name=""/>
        <dsp:cNvSpPr/>
      </dsp:nvSpPr>
      <dsp:spPr>
        <a:xfrm>
          <a:off x="-159474" y="1051935"/>
          <a:ext cx="1031548" cy="102953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0A840D17-5574-491F-8EE5-D1E2FA332061}">
      <dsp:nvSpPr>
        <dsp:cNvPr id="0" name=""/>
        <dsp:cNvSpPr/>
      </dsp:nvSpPr>
      <dsp:spPr>
        <a:xfrm>
          <a:off x="1400307" y="932427"/>
          <a:ext cx="5515395" cy="1873710"/>
        </a:xfrm>
        <a:prstGeom prst="rect">
          <a:avLst/>
        </a:prstGeom>
        <a:noFill/>
        <a:ln w="9525"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98301" tIns="198301" rIns="198301" bIns="198301" numCol="1" spcCol="1270" anchor="ctr" anchorCtr="0">
          <a:noAutofit/>
        </a:bodyPr>
        <a:lstStyle/>
        <a:p>
          <a:pPr marL="0" lvl="0" indent="0" algn="l" defTabSz="622300">
            <a:lnSpc>
              <a:spcPct val="100000"/>
            </a:lnSpc>
            <a:spcBef>
              <a:spcPct val="0"/>
            </a:spcBef>
            <a:spcAft>
              <a:spcPct val="35000"/>
            </a:spcAft>
            <a:buNone/>
          </a:pPr>
          <a:r>
            <a:rPr lang="en-US" sz="1400" i="0" kern="1200" dirty="0">
              <a:latin typeface="Cambria" panose="02040503050406030204" pitchFamily="18" charset="0"/>
              <a:ea typeface="Cambria" panose="02040503050406030204" pitchFamily="18" charset="0"/>
            </a:rPr>
            <a:t>We know that the quality of the patient experience is driven by the personal compassion, competence and commitment our team members deliver every day. </a:t>
          </a:r>
        </a:p>
        <a:p>
          <a:pPr marL="0" lvl="0" indent="0" algn="l" defTabSz="622300">
            <a:lnSpc>
              <a:spcPct val="100000"/>
            </a:lnSpc>
            <a:spcBef>
              <a:spcPct val="0"/>
            </a:spcBef>
            <a:spcAft>
              <a:spcPct val="35000"/>
            </a:spcAft>
            <a:buNone/>
          </a:pPr>
          <a:endParaRPr lang="en-US" sz="1400" i="0" kern="1200" dirty="0">
            <a:latin typeface="Cambria" panose="02040503050406030204" pitchFamily="18" charset="0"/>
            <a:ea typeface="Cambria" panose="02040503050406030204" pitchFamily="18" charset="0"/>
          </a:endParaRPr>
        </a:p>
        <a:p>
          <a:pPr marL="0" lvl="0" indent="0" algn="l" defTabSz="622300">
            <a:lnSpc>
              <a:spcPct val="100000"/>
            </a:lnSpc>
            <a:spcBef>
              <a:spcPct val="0"/>
            </a:spcBef>
            <a:spcAft>
              <a:spcPct val="35000"/>
            </a:spcAft>
            <a:buNone/>
          </a:pPr>
          <a:r>
            <a:rPr lang="en-US" sz="1400" i="0" u="sng" kern="1200" dirty="0">
              <a:latin typeface="Cambria" panose="02040503050406030204" pitchFamily="18" charset="0"/>
              <a:ea typeface="Cambria" panose="02040503050406030204" pitchFamily="18" charset="0"/>
            </a:rPr>
            <a:t>How can Destiny Springs help you deliver Service Excellence?</a:t>
          </a:r>
        </a:p>
        <a:p>
          <a:pPr marL="0" lvl="0" indent="0" algn="l" defTabSz="622300">
            <a:spcBef>
              <a:spcPct val="0"/>
            </a:spcBef>
            <a:spcAft>
              <a:spcPct val="35000"/>
            </a:spcAft>
            <a:buNone/>
          </a:pPr>
          <a:endParaRPr lang="en-US" sz="1400" i="0" kern="1200" dirty="0">
            <a:latin typeface="Cambria" panose="02040503050406030204" pitchFamily="18" charset="0"/>
            <a:ea typeface="Cambria" panose="02040503050406030204" pitchFamily="18" charset="0"/>
          </a:endParaRPr>
        </a:p>
      </dsp:txBody>
      <dsp:txXfrm>
        <a:off x="1400307" y="932427"/>
        <a:ext cx="5515395" cy="1873710"/>
      </dsp:txXfrm>
    </dsp:sp>
    <dsp:sp modelId="{E1F48087-B7AC-489D-8260-AB506B599902}">
      <dsp:nvSpPr>
        <dsp:cNvPr id="0" name=""/>
        <dsp:cNvSpPr/>
      </dsp:nvSpPr>
      <dsp:spPr>
        <a:xfrm>
          <a:off x="1618893" y="2807193"/>
          <a:ext cx="6550836" cy="1871880"/>
        </a:xfrm>
        <a:prstGeom prst="rect">
          <a:avLst/>
        </a:prstGeom>
        <a:noFill/>
        <a:ln w="9525" cap="rnd"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98107" tIns="198107" rIns="198107" bIns="198107" numCol="1" spcCol="1270" anchor="ctr" anchorCtr="0">
          <a:noAutofit/>
        </a:bodyPr>
        <a:lstStyle/>
        <a:p>
          <a:pPr marL="0" lvl="0" indent="0" algn="l" defTabSz="800100">
            <a:lnSpc>
              <a:spcPct val="100000"/>
            </a:lnSpc>
            <a:spcBef>
              <a:spcPct val="0"/>
            </a:spcBef>
            <a:spcAft>
              <a:spcPct val="35000"/>
            </a:spcAft>
            <a:buFont typeface="Wingdings" panose="05000000000000000000" pitchFamily="2" charset="2"/>
            <a:buNone/>
          </a:pPr>
          <a:r>
            <a:rPr lang="en-US" sz="1800" i="0" kern="1200" dirty="0">
              <a:latin typeface="Cambria" panose="02040503050406030204" pitchFamily="18" charset="0"/>
              <a:ea typeface="Cambria" panose="02040503050406030204" pitchFamily="18" charset="0"/>
            </a:rPr>
            <a:t>Provide training and support</a:t>
          </a:r>
        </a:p>
        <a:p>
          <a:pPr marL="0" lvl="0" indent="0" algn="l" defTabSz="800100">
            <a:lnSpc>
              <a:spcPct val="100000"/>
            </a:lnSpc>
            <a:spcBef>
              <a:spcPct val="0"/>
            </a:spcBef>
            <a:spcAft>
              <a:spcPct val="35000"/>
            </a:spcAft>
            <a:buFont typeface="Wingdings" panose="05000000000000000000" pitchFamily="2" charset="2"/>
            <a:buNone/>
          </a:pPr>
          <a:r>
            <a:rPr lang="en-US" sz="1800" i="0" kern="1200" dirty="0">
              <a:latin typeface="Cambria" panose="02040503050406030204" pitchFamily="18" charset="0"/>
              <a:ea typeface="Cambria" panose="02040503050406030204" pitchFamily="18" charset="0"/>
            </a:rPr>
            <a:t>Encourage collaboration</a:t>
          </a:r>
        </a:p>
        <a:p>
          <a:pPr marL="0" lvl="0" indent="0" algn="l" defTabSz="800100">
            <a:lnSpc>
              <a:spcPct val="100000"/>
            </a:lnSpc>
            <a:spcBef>
              <a:spcPct val="0"/>
            </a:spcBef>
            <a:spcAft>
              <a:spcPct val="35000"/>
            </a:spcAft>
            <a:buFont typeface="Wingdings" panose="05000000000000000000" pitchFamily="2" charset="2"/>
            <a:buNone/>
          </a:pPr>
          <a:r>
            <a:rPr lang="en-US" sz="1800" i="0" kern="1200" dirty="0">
              <a:latin typeface="Cambria" panose="02040503050406030204" pitchFamily="18" charset="0"/>
              <a:ea typeface="Cambria" panose="02040503050406030204" pitchFamily="18" charset="0"/>
            </a:rPr>
            <a:t>Foster a culture of dignity and respect as well as accountability</a:t>
          </a:r>
        </a:p>
      </dsp:txBody>
      <dsp:txXfrm>
        <a:off x="1618893" y="2807193"/>
        <a:ext cx="6550836" cy="18718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7FC979-8523-4483-8072-671CDA954E79}">
      <dsp:nvSpPr>
        <dsp:cNvPr id="0" name=""/>
        <dsp:cNvSpPr/>
      </dsp:nvSpPr>
      <dsp:spPr>
        <a:xfrm>
          <a:off x="0" y="2394"/>
          <a:ext cx="5728344" cy="0"/>
        </a:xfrm>
        <a:prstGeom prst="line">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w="9525" cap="rnd"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F348117-2BB1-4837-B6EB-C06CADA3A71A}">
      <dsp:nvSpPr>
        <dsp:cNvPr id="0" name=""/>
        <dsp:cNvSpPr/>
      </dsp:nvSpPr>
      <dsp:spPr>
        <a:xfrm>
          <a:off x="0" y="2394"/>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Apologize</a:t>
          </a:r>
        </a:p>
      </dsp:txBody>
      <dsp:txXfrm>
        <a:off x="0" y="2394"/>
        <a:ext cx="5728344" cy="408183"/>
      </dsp:txXfrm>
    </dsp:sp>
    <dsp:sp modelId="{A337C34D-F2DA-4FF9-9789-671B26405B6B}">
      <dsp:nvSpPr>
        <dsp:cNvPr id="0" name=""/>
        <dsp:cNvSpPr/>
      </dsp:nvSpPr>
      <dsp:spPr>
        <a:xfrm>
          <a:off x="0" y="410577"/>
          <a:ext cx="5728344" cy="0"/>
        </a:xfrm>
        <a:prstGeom prst="line">
          <a:avLst/>
        </a:prstGeom>
        <a:blipFill rotWithShape="1">
          <a:blip xmlns:r="http://schemas.openxmlformats.org/officeDocument/2006/relationships" r:embed="rId1">
            <a:duotone>
              <a:schemeClr val="accent2">
                <a:hueOff val="-352580"/>
                <a:satOff val="-797"/>
                <a:lumOff val="-517"/>
                <a:alphaOff val="0"/>
                <a:tint val="98000"/>
                <a:lumMod val="102000"/>
              </a:schemeClr>
              <a:schemeClr val="accent2">
                <a:hueOff val="-352580"/>
                <a:satOff val="-797"/>
                <a:lumOff val="-517"/>
                <a:alphaOff val="0"/>
                <a:shade val="98000"/>
                <a:lumMod val="98000"/>
              </a:schemeClr>
            </a:duotone>
          </a:blip>
          <a:tile tx="0" ty="0" sx="100000" sy="100000" flip="none" algn="tl"/>
        </a:blipFill>
        <a:ln w="9525" cap="rnd" cmpd="sng" algn="ctr">
          <a:solidFill>
            <a:schemeClr val="accent2">
              <a:hueOff val="-352580"/>
              <a:satOff val="-797"/>
              <a:lumOff val="-517"/>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759D37C-D375-4D3D-A34C-C4CBCD886103}">
      <dsp:nvSpPr>
        <dsp:cNvPr id="0" name=""/>
        <dsp:cNvSpPr/>
      </dsp:nvSpPr>
      <dsp:spPr>
        <a:xfrm>
          <a:off x="0" y="410577"/>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Listen actively</a:t>
          </a:r>
        </a:p>
      </dsp:txBody>
      <dsp:txXfrm>
        <a:off x="0" y="410577"/>
        <a:ext cx="5728344" cy="408183"/>
      </dsp:txXfrm>
    </dsp:sp>
    <dsp:sp modelId="{39A18BAB-F0AA-4608-AA06-F7D77A04928A}">
      <dsp:nvSpPr>
        <dsp:cNvPr id="0" name=""/>
        <dsp:cNvSpPr/>
      </dsp:nvSpPr>
      <dsp:spPr>
        <a:xfrm>
          <a:off x="0" y="818761"/>
          <a:ext cx="5728344" cy="0"/>
        </a:xfrm>
        <a:prstGeom prst="line">
          <a:avLst/>
        </a:prstGeom>
        <a:blipFill rotWithShape="1">
          <a:blip xmlns:r="http://schemas.openxmlformats.org/officeDocument/2006/relationships" r:embed="rId1">
            <a:duotone>
              <a:schemeClr val="accent2">
                <a:hueOff val="-705159"/>
                <a:satOff val="-1595"/>
                <a:lumOff val="-1034"/>
                <a:alphaOff val="0"/>
                <a:tint val="98000"/>
                <a:lumMod val="102000"/>
              </a:schemeClr>
              <a:schemeClr val="accent2">
                <a:hueOff val="-705159"/>
                <a:satOff val="-1595"/>
                <a:lumOff val="-1034"/>
                <a:alphaOff val="0"/>
                <a:shade val="98000"/>
                <a:lumMod val="98000"/>
              </a:schemeClr>
            </a:duotone>
          </a:blip>
          <a:tile tx="0" ty="0" sx="100000" sy="100000" flip="none" algn="tl"/>
        </a:blipFill>
        <a:ln w="9525" cap="rnd" cmpd="sng" algn="ctr">
          <a:solidFill>
            <a:schemeClr val="accent2">
              <a:hueOff val="-705159"/>
              <a:satOff val="-1595"/>
              <a:lumOff val="-1034"/>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CE23C48-6378-429C-827F-EF2122911E12}">
      <dsp:nvSpPr>
        <dsp:cNvPr id="0" name=""/>
        <dsp:cNvSpPr/>
      </dsp:nvSpPr>
      <dsp:spPr>
        <a:xfrm>
          <a:off x="0" y="818761"/>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Communicate positively</a:t>
          </a:r>
        </a:p>
      </dsp:txBody>
      <dsp:txXfrm>
        <a:off x="0" y="818761"/>
        <a:ext cx="5728344" cy="408183"/>
      </dsp:txXfrm>
    </dsp:sp>
    <dsp:sp modelId="{E14F6805-2457-4095-9EAA-EEB2331C264B}">
      <dsp:nvSpPr>
        <dsp:cNvPr id="0" name=""/>
        <dsp:cNvSpPr/>
      </dsp:nvSpPr>
      <dsp:spPr>
        <a:xfrm>
          <a:off x="0" y="1226944"/>
          <a:ext cx="5728344" cy="0"/>
        </a:xfrm>
        <a:prstGeom prst="line">
          <a:avLst/>
        </a:prstGeom>
        <a:blipFill rotWithShape="1">
          <a:blip xmlns:r="http://schemas.openxmlformats.org/officeDocument/2006/relationships" r:embed="rId1">
            <a:duotone>
              <a:schemeClr val="accent2">
                <a:hueOff val="-1057739"/>
                <a:satOff val="-2392"/>
                <a:lumOff val="-1551"/>
                <a:alphaOff val="0"/>
                <a:tint val="98000"/>
                <a:lumMod val="102000"/>
              </a:schemeClr>
              <a:schemeClr val="accent2">
                <a:hueOff val="-1057739"/>
                <a:satOff val="-2392"/>
                <a:lumOff val="-1551"/>
                <a:alphaOff val="0"/>
                <a:shade val="98000"/>
                <a:lumMod val="98000"/>
              </a:schemeClr>
            </a:duotone>
          </a:blip>
          <a:tile tx="0" ty="0" sx="100000" sy="100000" flip="none" algn="tl"/>
        </a:blipFill>
        <a:ln w="9525" cap="rnd" cmpd="sng" algn="ctr">
          <a:solidFill>
            <a:schemeClr val="accent2">
              <a:hueOff val="-1057739"/>
              <a:satOff val="-2392"/>
              <a:lumOff val="-1551"/>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136D1C9E-9BA9-4E50-827D-55A2A4E10416}">
      <dsp:nvSpPr>
        <dsp:cNvPr id="0" name=""/>
        <dsp:cNvSpPr/>
      </dsp:nvSpPr>
      <dsp:spPr>
        <a:xfrm>
          <a:off x="0" y="1226944"/>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Focus on the customer</a:t>
          </a:r>
        </a:p>
      </dsp:txBody>
      <dsp:txXfrm>
        <a:off x="0" y="1226944"/>
        <a:ext cx="5728344" cy="408183"/>
      </dsp:txXfrm>
    </dsp:sp>
    <dsp:sp modelId="{18D50D2D-C028-43CE-9D12-701BDC95241B}">
      <dsp:nvSpPr>
        <dsp:cNvPr id="0" name=""/>
        <dsp:cNvSpPr/>
      </dsp:nvSpPr>
      <dsp:spPr>
        <a:xfrm>
          <a:off x="0" y="1635128"/>
          <a:ext cx="5728344" cy="0"/>
        </a:xfrm>
        <a:prstGeom prst="line">
          <a:avLst/>
        </a:prstGeom>
        <a:blipFill rotWithShape="1">
          <a:blip xmlns:r="http://schemas.openxmlformats.org/officeDocument/2006/relationships" r:embed="rId1">
            <a:duotone>
              <a:schemeClr val="accent2">
                <a:hueOff val="-1410318"/>
                <a:satOff val="-3189"/>
                <a:lumOff val="-2068"/>
                <a:alphaOff val="0"/>
                <a:tint val="98000"/>
                <a:lumMod val="102000"/>
              </a:schemeClr>
              <a:schemeClr val="accent2">
                <a:hueOff val="-1410318"/>
                <a:satOff val="-3189"/>
                <a:lumOff val="-2068"/>
                <a:alphaOff val="0"/>
                <a:shade val="98000"/>
                <a:lumMod val="98000"/>
              </a:schemeClr>
            </a:duotone>
          </a:blip>
          <a:tile tx="0" ty="0" sx="100000" sy="100000" flip="none" algn="tl"/>
        </a:blipFill>
        <a:ln w="9525" cap="rnd" cmpd="sng" algn="ctr">
          <a:solidFill>
            <a:schemeClr val="accent2">
              <a:hueOff val="-1410318"/>
              <a:satOff val="-3189"/>
              <a:lumOff val="-206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C58A9BA3-612F-4790-8B04-155BD6E3BF21}">
      <dsp:nvSpPr>
        <dsp:cNvPr id="0" name=""/>
        <dsp:cNvSpPr/>
      </dsp:nvSpPr>
      <dsp:spPr>
        <a:xfrm>
          <a:off x="0" y="1635128"/>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Show urgency</a:t>
          </a:r>
        </a:p>
      </dsp:txBody>
      <dsp:txXfrm>
        <a:off x="0" y="1635128"/>
        <a:ext cx="5728344" cy="408183"/>
      </dsp:txXfrm>
    </dsp:sp>
    <dsp:sp modelId="{2F027CAF-9C7B-4574-9209-0795EA5AA727}">
      <dsp:nvSpPr>
        <dsp:cNvPr id="0" name=""/>
        <dsp:cNvSpPr/>
      </dsp:nvSpPr>
      <dsp:spPr>
        <a:xfrm>
          <a:off x="0" y="2043311"/>
          <a:ext cx="5728344" cy="0"/>
        </a:xfrm>
        <a:prstGeom prst="line">
          <a:avLst/>
        </a:prstGeom>
        <a:blipFill rotWithShape="1">
          <a:blip xmlns:r="http://schemas.openxmlformats.org/officeDocument/2006/relationships" r:embed="rId1">
            <a:duotone>
              <a:schemeClr val="accent2">
                <a:hueOff val="-1762898"/>
                <a:satOff val="-3987"/>
                <a:lumOff val="-2585"/>
                <a:alphaOff val="0"/>
                <a:tint val="98000"/>
                <a:lumMod val="102000"/>
              </a:schemeClr>
              <a:schemeClr val="accent2">
                <a:hueOff val="-1762898"/>
                <a:satOff val="-3987"/>
                <a:lumOff val="-2585"/>
                <a:alphaOff val="0"/>
                <a:shade val="98000"/>
                <a:lumMod val="98000"/>
              </a:schemeClr>
            </a:duotone>
          </a:blip>
          <a:tile tx="0" ty="0" sx="100000" sy="100000" flip="none" algn="tl"/>
        </a:blipFill>
        <a:ln w="9525" cap="rnd" cmpd="sng" algn="ctr">
          <a:solidFill>
            <a:schemeClr val="accent2">
              <a:hueOff val="-1762898"/>
              <a:satOff val="-3987"/>
              <a:lumOff val="-2585"/>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FE235C5-99A5-42AE-AC7A-AD7D91411A9A}">
      <dsp:nvSpPr>
        <dsp:cNvPr id="0" name=""/>
        <dsp:cNvSpPr/>
      </dsp:nvSpPr>
      <dsp:spPr>
        <a:xfrm>
          <a:off x="0" y="2043311"/>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Ask questions</a:t>
          </a:r>
        </a:p>
      </dsp:txBody>
      <dsp:txXfrm>
        <a:off x="0" y="2043311"/>
        <a:ext cx="5728344" cy="408183"/>
      </dsp:txXfrm>
    </dsp:sp>
    <dsp:sp modelId="{BD243453-33DA-47E4-A371-FEBBD01EF086}">
      <dsp:nvSpPr>
        <dsp:cNvPr id="0" name=""/>
        <dsp:cNvSpPr/>
      </dsp:nvSpPr>
      <dsp:spPr>
        <a:xfrm>
          <a:off x="0" y="2451495"/>
          <a:ext cx="5728344" cy="0"/>
        </a:xfrm>
        <a:prstGeom prst="line">
          <a:avLst/>
        </a:prstGeom>
        <a:blipFill rotWithShape="1">
          <a:blip xmlns:r="http://schemas.openxmlformats.org/officeDocument/2006/relationships" r:embed="rId1">
            <a:duotone>
              <a:schemeClr val="accent2">
                <a:hueOff val="-2115477"/>
                <a:satOff val="-4784"/>
                <a:lumOff val="-3101"/>
                <a:alphaOff val="0"/>
                <a:tint val="98000"/>
                <a:lumMod val="102000"/>
              </a:schemeClr>
              <a:schemeClr val="accent2">
                <a:hueOff val="-2115477"/>
                <a:satOff val="-4784"/>
                <a:lumOff val="-3101"/>
                <a:alphaOff val="0"/>
                <a:shade val="98000"/>
                <a:lumMod val="98000"/>
              </a:schemeClr>
            </a:duotone>
          </a:blip>
          <a:tile tx="0" ty="0" sx="100000" sy="100000" flip="none" algn="tl"/>
        </a:blipFill>
        <a:ln w="9525" cap="rnd" cmpd="sng" algn="ctr">
          <a:solidFill>
            <a:schemeClr val="accent2">
              <a:hueOff val="-2115477"/>
              <a:satOff val="-4784"/>
              <a:lumOff val="-3101"/>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B0106D7-2169-4446-909D-AAAE07A0E034}">
      <dsp:nvSpPr>
        <dsp:cNvPr id="0" name=""/>
        <dsp:cNvSpPr/>
      </dsp:nvSpPr>
      <dsp:spPr>
        <a:xfrm>
          <a:off x="0" y="2451495"/>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Show empathy</a:t>
          </a:r>
        </a:p>
      </dsp:txBody>
      <dsp:txXfrm>
        <a:off x="0" y="2451495"/>
        <a:ext cx="5728344" cy="408183"/>
      </dsp:txXfrm>
    </dsp:sp>
    <dsp:sp modelId="{F612A5F1-F482-4E5F-ACFD-B95E1340D920}">
      <dsp:nvSpPr>
        <dsp:cNvPr id="0" name=""/>
        <dsp:cNvSpPr/>
      </dsp:nvSpPr>
      <dsp:spPr>
        <a:xfrm>
          <a:off x="0" y="2859678"/>
          <a:ext cx="5728344" cy="0"/>
        </a:xfrm>
        <a:prstGeom prst="line">
          <a:avLst/>
        </a:prstGeom>
        <a:blipFill rotWithShape="1">
          <a:blip xmlns:r="http://schemas.openxmlformats.org/officeDocument/2006/relationships" r:embed="rId1">
            <a:duotone>
              <a:schemeClr val="accent2">
                <a:hueOff val="-2468057"/>
                <a:satOff val="-5582"/>
                <a:lumOff val="-3618"/>
                <a:alphaOff val="0"/>
                <a:tint val="98000"/>
                <a:lumMod val="102000"/>
              </a:schemeClr>
              <a:schemeClr val="accent2">
                <a:hueOff val="-2468057"/>
                <a:satOff val="-5582"/>
                <a:lumOff val="-3618"/>
                <a:alphaOff val="0"/>
                <a:shade val="98000"/>
                <a:lumMod val="98000"/>
              </a:schemeClr>
            </a:duotone>
          </a:blip>
          <a:tile tx="0" ty="0" sx="100000" sy="100000" flip="none" algn="tl"/>
        </a:blipFill>
        <a:ln w="9525" cap="rnd" cmpd="sng" algn="ctr">
          <a:solidFill>
            <a:schemeClr val="accent2">
              <a:hueOff val="-2468057"/>
              <a:satOff val="-5582"/>
              <a:lumOff val="-361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8CC08D0-CB5E-45EB-9C8A-B35B7610649A}">
      <dsp:nvSpPr>
        <dsp:cNvPr id="0" name=""/>
        <dsp:cNvSpPr/>
      </dsp:nvSpPr>
      <dsp:spPr>
        <a:xfrm>
          <a:off x="0" y="2859678"/>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Allow customer to vent</a:t>
          </a:r>
        </a:p>
      </dsp:txBody>
      <dsp:txXfrm>
        <a:off x="0" y="2859678"/>
        <a:ext cx="5728344" cy="408183"/>
      </dsp:txXfrm>
    </dsp:sp>
    <dsp:sp modelId="{02CE213D-DABC-4D63-8A07-63DE696EC60A}">
      <dsp:nvSpPr>
        <dsp:cNvPr id="0" name=""/>
        <dsp:cNvSpPr/>
      </dsp:nvSpPr>
      <dsp:spPr>
        <a:xfrm>
          <a:off x="0" y="3267861"/>
          <a:ext cx="5728344" cy="0"/>
        </a:xfrm>
        <a:prstGeom prst="line">
          <a:avLst/>
        </a:prstGeom>
        <a:blipFill rotWithShape="1">
          <a:blip xmlns:r="http://schemas.openxmlformats.org/officeDocument/2006/relationships" r:embed="rId1">
            <a:duotone>
              <a:schemeClr val="accent2">
                <a:hueOff val="-2820637"/>
                <a:satOff val="-6379"/>
                <a:lumOff val="-4135"/>
                <a:alphaOff val="0"/>
                <a:tint val="98000"/>
                <a:lumMod val="102000"/>
              </a:schemeClr>
              <a:schemeClr val="accent2">
                <a:hueOff val="-2820637"/>
                <a:satOff val="-6379"/>
                <a:lumOff val="-4135"/>
                <a:alphaOff val="0"/>
                <a:shade val="98000"/>
                <a:lumMod val="98000"/>
              </a:schemeClr>
            </a:duotone>
          </a:blip>
          <a:tile tx="0" ty="0" sx="100000" sy="100000" flip="none" algn="tl"/>
        </a:blipFill>
        <a:ln w="9525" cap="rnd" cmpd="sng" algn="ctr">
          <a:solidFill>
            <a:schemeClr val="accent2">
              <a:hueOff val="-2820637"/>
              <a:satOff val="-6379"/>
              <a:lumOff val="-4135"/>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9DA5FAB-03B7-470E-9F1E-4E7CDCE78204}">
      <dsp:nvSpPr>
        <dsp:cNvPr id="0" name=""/>
        <dsp:cNvSpPr/>
      </dsp:nvSpPr>
      <dsp:spPr>
        <a:xfrm>
          <a:off x="0" y="3267861"/>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Remain calm and professional</a:t>
          </a:r>
        </a:p>
      </dsp:txBody>
      <dsp:txXfrm>
        <a:off x="0" y="3267861"/>
        <a:ext cx="5728344" cy="408183"/>
      </dsp:txXfrm>
    </dsp:sp>
    <dsp:sp modelId="{9F422592-5852-4056-9EF2-880212507296}">
      <dsp:nvSpPr>
        <dsp:cNvPr id="0" name=""/>
        <dsp:cNvSpPr/>
      </dsp:nvSpPr>
      <dsp:spPr>
        <a:xfrm>
          <a:off x="0" y="3676045"/>
          <a:ext cx="5728344" cy="0"/>
        </a:xfrm>
        <a:prstGeom prst="line">
          <a:avLst/>
        </a:prstGeom>
        <a:blipFill rotWithShape="1">
          <a:blip xmlns:r="http://schemas.openxmlformats.org/officeDocument/2006/relationships" r:embed="rId1">
            <a:duotone>
              <a:schemeClr val="accent2">
                <a:hueOff val="-3173216"/>
                <a:satOff val="-7176"/>
                <a:lumOff val="-4652"/>
                <a:alphaOff val="0"/>
                <a:tint val="98000"/>
                <a:lumMod val="102000"/>
              </a:schemeClr>
              <a:schemeClr val="accent2">
                <a:hueOff val="-3173216"/>
                <a:satOff val="-7176"/>
                <a:lumOff val="-4652"/>
                <a:alphaOff val="0"/>
                <a:shade val="98000"/>
                <a:lumMod val="98000"/>
              </a:schemeClr>
            </a:duotone>
          </a:blip>
          <a:tile tx="0" ty="0" sx="100000" sy="100000" flip="none" algn="tl"/>
        </a:blipFill>
        <a:ln w="9525" cap="rnd" cmpd="sng" algn="ctr">
          <a:solidFill>
            <a:schemeClr val="accent2">
              <a:hueOff val="-3173216"/>
              <a:satOff val="-7176"/>
              <a:lumOff val="-4652"/>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1E5595F-D57A-4DB8-8637-352F0E12583B}">
      <dsp:nvSpPr>
        <dsp:cNvPr id="0" name=""/>
        <dsp:cNvSpPr/>
      </dsp:nvSpPr>
      <dsp:spPr>
        <a:xfrm>
          <a:off x="0" y="3676045"/>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Show appreciation</a:t>
          </a:r>
        </a:p>
      </dsp:txBody>
      <dsp:txXfrm>
        <a:off x="0" y="3676045"/>
        <a:ext cx="5728344" cy="408183"/>
      </dsp:txXfrm>
    </dsp:sp>
    <dsp:sp modelId="{A7497294-D5A1-4196-A6C5-2025479DB1D2}">
      <dsp:nvSpPr>
        <dsp:cNvPr id="0" name=""/>
        <dsp:cNvSpPr/>
      </dsp:nvSpPr>
      <dsp:spPr>
        <a:xfrm>
          <a:off x="0" y="4084228"/>
          <a:ext cx="5728344" cy="0"/>
        </a:xfrm>
        <a:prstGeom prst="line">
          <a:avLst/>
        </a:prstGeom>
        <a:blipFill rotWithShape="1">
          <a:blip xmlns:r="http://schemas.openxmlformats.org/officeDocument/2006/relationships" r:embed="rId1">
            <a:duotone>
              <a:schemeClr val="accent2">
                <a:hueOff val="-3525796"/>
                <a:satOff val="-7974"/>
                <a:lumOff val="-5169"/>
                <a:alphaOff val="0"/>
                <a:tint val="98000"/>
                <a:lumMod val="102000"/>
              </a:schemeClr>
              <a:schemeClr val="accent2">
                <a:hueOff val="-3525796"/>
                <a:satOff val="-7974"/>
                <a:lumOff val="-5169"/>
                <a:alphaOff val="0"/>
                <a:shade val="98000"/>
                <a:lumMod val="98000"/>
              </a:schemeClr>
            </a:duotone>
          </a:blip>
          <a:tile tx="0" ty="0" sx="100000" sy="100000" flip="none" algn="tl"/>
        </a:blipFill>
        <a:ln w="9525" cap="rnd" cmpd="sng" algn="ctr">
          <a:solidFill>
            <a:schemeClr val="accent2">
              <a:hueOff val="-3525796"/>
              <a:satOff val="-7974"/>
              <a:lumOff val="-5169"/>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7389DD5-00D8-499E-B2A6-8A0205AE276A}">
      <dsp:nvSpPr>
        <dsp:cNvPr id="0" name=""/>
        <dsp:cNvSpPr/>
      </dsp:nvSpPr>
      <dsp:spPr>
        <a:xfrm>
          <a:off x="0" y="4084228"/>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Agree on solution</a:t>
          </a:r>
        </a:p>
      </dsp:txBody>
      <dsp:txXfrm>
        <a:off x="0" y="4084228"/>
        <a:ext cx="5728344" cy="408183"/>
      </dsp:txXfrm>
    </dsp:sp>
    <dsp:sp modelId="{882B67CA-B889-4E72-94D5-A93043D3214D}">
      <dsp:nvSpPr>
        <dsp:cNvPr id="0" name=""/>
        <dsp:cNvSpPr/>
      </dsp:nvSpPr>
      <dsp:spPr>
        <a:xfrm>
          <a:off x="0" y="4492412"/>
          <a:ext cx="5728344" cy="0"/>
        </a:xfrm>
        <a:prstGeom prst="line">
          <a:avLst/>
        </a:prstGeom>
        <a:blipFill rotWithShape="1">
          <a:blip xmlns:r="http://schemas.openxmlformats.org/officeDocument/2006/relationships" r:embed="rId1">
            <a:duotone>
              <a:schemeClr val="accent2">
                <a:hueOff val="-3878375"/>
                <a:satOff val="-8771"/>
                <a:lumOff val="-5686"/>
                <a:alphaOff val="0"/>
                <a:tint val="98000"/>
                <a:lumMod val="102000"/>
              </a:schemeClr>
              <a:schemeClr val="accent2">
                <a:hueOff val="-3878375"/>
                <a:satOff val="-8771"/>
                <a:lumOff val="-5686"/>
                <a:alphaOff val="0"/>
                <a:shade val="98000"/>
                <a:lumMod val="98000"/>
              </a:schemeClr>
            </a:duotone>
          </a:blip>
          <a:tile tx="0" ty="0" sx="100000" sy="100000" flip="none" algn="tl"/>
        </a:blipFill>
        <a:ln w="9525" cap="rnd" cmpd="sng" algn="ctr">
          <a:solidFill>
            <a:schemeClr val="accent2">
              <a:hueOff val="-3878375"/>
              <a:satOff val="-8771"/>
              <a:lumOff val="-5686"/>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A46533EC-36F0-4C46-8188-789A70FD8ABC}">
      <dsp:nvSpPr>
        <dsp:cNvPr id="0" name=""/>
        <dsp:cNvSpPr/>
      </dsp:nvSpPr>
      <dsp:spPr>
        <a:xfrm>
          <a:off x="0" y="4492412"/>
          <a:ext cx="5728344" cy="408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latin typeface="Cambria" panose="02040503050406030204" pitchFamily="18" charset="0"/>
              <a:ea typeface="Cambria" panose="02040503050406030204" pitchFamily="18" charset="0"/>
            </a:rPr>
            <a:t>Follow up</a:t>
          </a:r>
        </a:p>
      </dsp:txBody>
      <dsp:txXfrm>
        <a:off x="0" y="4492412"/>
        <a:ext cx="5728344" cy="40818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F8E0E2-4E66-4037-81D2-838C1FA2CE6D}">
      <dsp:nvSpPr>
        <dsp:cNvPr id="0" name=""/>
        <dsp:cNvSpPr/>
      </dsp:nvSpPr>
      <dsp:spPr>
        <a:xfrm>
          <a:off x="0" y="0"/>
          <a:ext cx="9118599" cy="913389"/>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I deliver excellence that goes above and beyond </a:t>
          </a:r>
        </a:p>
      </dsp:txBody>
      <dsp:txXfrm>
        <a:off x="26752" y="26752"/>
        <a:ext cx="8055800" cy="859885"/>
      </dsp:txXfrm>
    </dsp:sp>
    <dsp:sp modelId="{60DB74EE-2408-4BD4-9935-0B1A4AADA2CA}">
      <dsp:nvSpPr>
        <dsp:cNvPr id="0" name=""/>
        <dsp:cNvSpPr/>
      </dsp:nvSpPr>
      <dsp:spPr>
        <a:xfrm>
          <a:off x="763682" y="1079459"/>
          <a:ext cx="9118599" cy="913389"/>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 look, sound, and act professionally </a:t>
          </a:r>
        </a:p>
      </dsp:txBody>
      <dsp:txXfrm>
        <a:off x="790434" y="1106211"/>
        <a:ext cx="7707709" cy="859885"/>
      </dsp:txXfrm>
    </dsp:sp>
    <dsp:sp modelId="{4FF65C14-2636-4EA0-993F-85C699AA9998}">
      <dsp:nvSpPr>
        <dsp:cNvPr id="0" name=""/>
        <dsp:cNvSpPr/>
      </dsp:nvSpPr>
      <dsp:spPr>
        <a:xfrm>
          <a:off x="1515967" y="2158919"/>
          <a:ext cx="9118599" cy="913389"/>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I am proud to sign my name to my work</a:t>
          </a:r>
        </a:p>
      </dsp:txBody>
      <dsp:txXfrm>
        <a:off x="1542719" y="2185671"/>
        <a:ext cx="7719107" cy="859885"/>
      </dsp:txXfrm>
    </dsp:sp>
    <dsp:sp modelId="{0E2B03B0-C8ED-4CFF-9B35-F04B490F340F}">
      <dsp:nvSpPr>
        <dsp:cNvPr id="0" name=""/>
        <dsp:cNvSpPr/>
      </dsp:nvSpPr>
      <dsp:spPr>
        <a:xfrm>
          <a:off x="2279649" y="3238379"/>
          <a:ext cx="9118599" cy="913389"/>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 hold myself accountable</a:t>
          </a:r>
        </a:p>
      </dsp:txBody>
      <dsp:txXfrm>
        <a:off x="2306401" y="3265131"/>
        <a:ext cx="7707709" cy="859885"/>
      </dsp:txXfrm>
    </dsp:sp>
    <dsp:sp modelId="{E3F5DD60-AC54-4EF3-B447-3AA66768C23E}">
      <dsp:nvSpPr>
        <dsp:cNvPr id="0" name=""/>
        <dsp:cNvSpPr/>
      </dsp:nvSpPr>
      <dsp:spPr>
        <a:xfrm>
          <a:off x="8524896" y="699573"/>
          <a:ext cx="593702" cy="593702"/>
        </a:xfrm>
        <a:prstGeom prst="downArrow">
          <a:avLst>
            <a:gd name="adj1" fmla="val 55000"/>
            <a:gd name="adj2" fmla="val 45000"/>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8658479" y="699573"/>
        <a:ext cx="326536" cy="446761"/>
      </dsp:txXfrm>
    </dsp:sp>
    <dsp:sp modelId="{F16D8D59-EBB8-4C02-B8F3-ABD3390EC7C4}">
      <dsp:nvSpPr>
        <dsp:cNvPr id="0" name=""/>
        <dsp:cNvSpPr/>
      </dsp:nvSpPr>
      <dsp:spPr>
        <a:xfrm>
          <a:off x="9288578" y="1779033"/>
          <a:ext cx="593702" cy="593702"/>
        </a:xfrm>
        <a:prstGeom prst="downArrow">
          <a:avLst>
            <a:gd name="adj1" fmla="val 55000"/>
            <a:gd name="adj2" fmla="val 45000"/>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9422161" y="1779033"/>
        <a:ext cx="326536" cy="446761"/>
      </dsp:txXfrm>
    </dsp:sp>
    <dsp:sp modelId="{F2C9DA0A-92DF-44A4-AE9E-7ABE67A89FC4}">
      <dsp:nvSpPr>
        <dsp:cNvPr id="0" name=""/>
        <dsp:cNvSpPr/>
      </dsp:nvSpPr>
      <dsp:spPr>
        <a:xfrm>
          <a:off x="10040863" y="2858492"/>
          <a:ext cx="593702" cy="593702"/>
        </a:xfrm>
        <a:prstGeom prst="downArrow">
          <a:avLst>
            <a:gd name="adj1" fmla="val 55000"/>
            <a:gd name="adj2" fmla="val 45000"/>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10174446" y="2858492"/>
        <a:ext cx="326536" cy="44676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931482-9609-40EA-AC95-36F442F406EE}">
      <dsp:nvSpPr>
        <dsp:cNvPr id="0" name=""/>
        <dsp:cNvSpPr/>
      </dsp:nvSpPr>
      <dsp:spPr>
        <a:xfrm>
          <a:off x="0" y="2611890"/>
          <a:ext cx="5816600" cy="1713682"/>
        </a:xfrm>
        <a:prstGeom prst="rect">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The Three I’s</a:t>
          </a:r>
        </a:p>
      </dsp:txBody>
      <dsp:txXfrm>
        <a:off x="0" y="2611890"/>
        <a:ext cx="5816600" cy="925388"/>
      </dsp:txXfrm>
    </dsp:sp>
    <dsp:sp modelId="{B60BED6C-4CD1-4CA7-861F-B910142F3910}">
      <dsp:nvSpPr>
        <dsp:cNvPr id="0" name=""/>
        <dsp:cNvSpPr/>
      </dsp:nvSpPr>
      <dsp:spPr>
        <a:xfrm>
          <a:off x="2840" y="3503005"/>
          <a:ext cx="1936973" cy="788294"/>
        </a:xfrm>
        <a:prstGeom prst="rect">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Intensity</a:t>
          </a:r>
        </a:p>
      </dsp:txBody>
      <dsp:txXfrm>
        <a:off x="2840" y="3503005"/>
        <a:ext cx="1936973" cy="788294"/>
      </dsp:txXfrm>
    </dsp:sp>
    <dsp:sp modelId="{7E227D23-E2B1-4443-9D84-B3DAE7D80A5E}">
      <dsp:nvSpPr>
        <dsp:cNvPr id="0" name=""/>
        <dsp:cNvSpPr/>
      </dsp:nvSpPr>
      <dsp:spPr>
        <a:xfrm>
          <a:off x="1939813" y="3503005"/>
          <a:ext cx="1936973" cy="788294"/>
        </a:xfrm>
        <a:prstGeom prst="rect">
          <a:avLst/>
        </a:prstGeom>
        <a:solidFill>
          <a:schemeClr val="accent2">
            <a:tint val="40000"/>
            <a:alpha val="90000"/>
            <a:hueOff val="-1618612"/>
            <a:satOff val="-5766"/>
            <a:lumOff val="-695"/>
            <a:alphaOff val="0"/>
          </a:schemeClr>
        </a:solidFill>
        <a:ln w="9525" cap="rnd" cmpd="sng" algn="ctr">
          <a:solidFill>
            <a:schemeClr val="accent2">
              <a:tint val="40000"/>
              <a:alpha val="90000"/>
              <a:hueOff val="-1618612"/>
              <a:satOff val="-5766"/>
              <a:lumOff val="-69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Integrity</a:t>
          </a:r>
        </a:p>
      </dsp:txBody>
      <dsp:txXfrm>
        <a:off x="1939813" y="3503005"/>
        <a:ext cx="1936973" cy="788294"/>
      </dsp:txXfrm>
    </dsp:sp>
    <dsp:sp modelId="{CF60F68B-6503-4F05-A75A-4D6D079F662E}">
      <dsp:nvSpPr>
        <dsp:cNvPr id="0" name=""/>
        <dsp:cNvSpPr/>
      </dsp:nvSpPr>
      <dsp:spPr>
        <a:xfrm>
          <a:off x="3876786" y="3503005"/>
          <a:ext cx="1936973" cy="788294"/>
        </a:xfrm>
        <a:prstGeom prst="rect">
          <a:avLst/>
        </a:prstGeom>
        <a:solidFill>
          <a:schemeClr val="accent2">
            <a:tint val="40000"/>
            <a:alpha val="90000"/>
            <a:hueOff val="-3237223"/>
            <a:satOff val="-11531"/>
            <a:lumOff val="-1390"/>
            <a:alphaOff val="0"/>
          </a:schemeClr>
        </a:solidFill>
        <a:ln w="9525" cap="rnd" cmpd="sng" algn="ctr">
          <a:solidFill>
            <a:schemeClr val="accent2">
              <a:tint val="40000"/>
              <a:alpha val="90000"/>
              <a:hueOff val="-3237223"/>
              <a:satOff val="-11531"/>
              <a:lumOff val="-139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Intelligence</a:t>
          </a:r>
        </a:p>
      </dsp:txBody>
      <dsp:txXfrm>
        <a:off x="3876786" y="3503005"/>
        <a:ext cx="1936973" cy="788294"/>
      </dsp:txXfrm>
    </dsp:sp>
    <dsp:sp modelId="{8F87DE59-CB76-4026-AF01-2D0BB102A57E}">
      <dsp:nvSpPr>
        <dsp:cNvPr id="0" name=""/>
        <dsp:cNvSpPr/>
      </dsp:nvSpPr>
      <dsp:spPr>
        <a:xfrm rot="10800000">
          <a:off x="0" y="1951"/>
          <a:ext cx="5816600" cy="2635644"/>
        </a:xfrm>
        <a:prstGeom prst="upArrowCallout">
          <a:avLst/>
        </a:prstGeom>
        <a:blipFill rotWithShape="1">
          <a:blip xmlns:r="http://schemas.openxmlformats.org/officeDocument/2006/relationships" r:embed="rId1">
            <a:duotone>
              <a:schemeClr val="accent2">
                <a:hueOff val="-3878375"/>
                <a:satOff val="-8771"/>
                <a:lumOff val="-5686"/>
                <a:alphaOff val="0"/>
                <a:tint val="98000"/>
                <a:lumMod val="102000"/>
              </a:schemeClr>
              <a:schemeClr val="accent2">
                <a:hueOff val="-3878375"/>
                <a:satOff val="-8771"/>
                <a:lumOff val="-5686"/>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a:t>I demonstrate professionalism in </a:t>
          </a:r>
          <a:br>
            <a:rPr lang="en-US" sz="2700" kern="1200"/>
          </a:br>
          <a:r>
            <a:rPr lang="en-US" sz="2700" kern="1200"/>
            <a:t>how  I look, what I say, and what I do</a:t>
          </a:r>
        </a:p>
      </dsp:txBody>
      <dsp:txXfrm rot="10800000">
        <a:off x="0" y="1951"/>
        <a:ext cx="5816600" cy="171256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96BF3A-B82B-4C2A-8F23-515E11F9A413}">
      <dsp:nvSpPr>
        <dsp:cNvPr id="0" name=""/>
        <dsp:cNvSpPr/>
      </dsp:nvSpPr>
      <dsp:spPr>
        <a:xfrm>
          <a:off x="10527" y="830353"/>
          <a:ext cx="2763377" cy="829013"/>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368" tIns="218368" rIns="218368" bIns="218368" numCol="1" spcCol="1270" anchor="ctr" anchorCtr="0">
          <a:noAutofit/>
        </a:bodyPr>
        <a:lstStyle/>
        <a:p>
          <a:pPr marL="0" lvl="0" indent="0" algn="ctr" defTabSz="1289050">
            <a:lnSpc>
              <a:spcPct val="90000"/>
            </a:lnSpc>
            <a:spcBef>
              <a:spcPct val="0"/>
            </a:spcBef>
            <a:spcAft>
              <a:spcPct val="35000"/>
            </a:spcAft>
            <a:buNone/>
          </a:pPr>
          <a:r>
            <a:rPr lang="en-US" sz="2900" kern="1200">
              <a:latin typeface="Cambria" panose="02040503050406030204" pitchFamily="18" charset="0"/>
              <a:ea typeface="Cambria" panose="02040503050406030204" pitchFamily="18" charset="0"/>
            </a:rPr>
            <a:t>Own</a:t>
          </a:r>
        </a:p>
      </dsp:txBody>
      <dsp:txXfrm>
        <a:off x="10527" y="830353"/>
        <a:ext cx="2763377" cy="829013"/>
      </dsp:txXfrm>
    </dsp:sp>
    <dsp:sp modelId="{7A80E479-F9C6-459A-8526-FBB1C42F973D}">
      <dsp:nvSpPr>
        <dsp:cNvPr id="0" name=""/>
        <dsp:cNvSpPr/>
      </dsp:nvSpPr>
      <dsp:spPr>
        <a:xfrm>
          <a:off x="10527" y="1659367"/>
          <a:ext cx="2763377" cy="1662048"/>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2960" tIns="272960" rIns="272960" bIns="272960" numCol="1" spcCol="1270" anchor="t" anchorCtr="0">
          <a:noAutofit/>
        </a:bodyPr>
        <a:lstStyle/>
        <a:p>
          <a:pPr marL="0" lvl="0" indent="0" algn="l" defTabSz="977900">
            <a:lnSpc>
              <a:spcPct val="90000"/>
            </a:lnSpc>
            <a:spcBef>
              <a:spcPct val="0"/>
            </a:spcBef>
            <a:spcAft>
              <a:spcPct val="35000"/>
            </a:spcAft>
            <a:buNone/>
          </a:pPr>
          <a:r>
            <a:rPr lang="en-US" sz="2200" kern="1200">
              <a:latin typeface="Cambria" panose="02040503050406030204" pitchFamily="18" charset="0"/>
              <a:ea typeface="Cambria" panose="02040503050406030204" pitchFamily="18" charset="0"/>
            </a:rPr>
            <a:t>Own the request</a:t>
          </a:r>
        </a:p>
      </dsp:txBody>
      <dsp:txXfrm>
        <a:off x="10527" y="1659367"/>
        <a:ext cx="2763377" cy="1662048"/>
      </dsp:txXfrm>
    </dsp:sp>
    <dsp:sp modelId="{2D66DEEE-ACF9-4E4C-B64C-444EB2138736}">
      <dsp:nvSpPr>
        <dsp:cNvPr id="0" name=""/>
        <dsp:cNvSpPr/>
      </dsp:nvSpPr>
      <dsp:spPr>
        <a:xfrm>
          <a:off x="2881799" y="830353"/>
          <a:ext cx="2763377" cy="829013"/>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368" tIns="218368" rIns="218368" bIns="218368" numCol="1" spcCol="1270" anchor="ctr" anchorCtr="0">
          <a:noAutofit/>
        </a:bodyPr>
        <a:lstStyle/>
        <a:p>
          <a:pPr marL="0" lvl="0" indent="0" algn="ctr" defTabSz="1289050">
            <a:lnSpc>
              <a:spcPct val="90000"/>
            </a:lnSpc>
            <a:spcBef>
              <a:spcPct val="0"/>
            </a:spcBef>
            <a:spcAft>
              <a:spcPct val="35000"/>
            </a:spcAft>
            <a:buNone/>
          </a:pPr>
          <a:r>
            <a:rPr lang="en-US" sz="2900" kern="1200">
              <a:latin typeface="Cambria" panose="02040503050406030204" pitchFamily="18" charset="0"/>
              <a:ea typeface="Cambria" panose="02040503050406030204" pitchFamily="18" charset="0"/>
            </a:rPr>
            <a:t>Don’t shift</a:t>
          </a:r>
        </a:p>
      </dsp:txBody>
      <dsp:txXfrm>
        <a:off x="2881799" y="830353"/>
        <a:ext cx="2763377" cy="829013"/>
      </dsp:txXfrm>
    </dsp:sp>
    <dsp:sp modelId="{AC8A6A61-E49A-4FEE-BA7C-49B44B77189E}">
      <dsp:nvSpPr>
        <dsp:cNvPr id="0" name=""/>
        <dsp:cNvSpPr/>
      </dsp:nvSpPr>
      <dsp:spPr>
        <a:xfrm>
          <a:off x="2881799" y="1659367"/>
          <a:ext cx="2763377" cy="1662048"/>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2960" tIns="272960" rIns="272960" bIns="272960" numCol="1" spcCol="1270" anchor="t" anchorCtr="0">
          <a:noAutofit/>
        </a:bodyPr>
        <a:lstStyle/>
        <a:p>
          <a:pPr marL="0" lvl="0" indent="0" algn="l" defTabSz="977900">
            <a:lnSpc>
              <a:spcPct val="90000"/>
            </a:lnSpc>
            <a:spcBef>
              <a:spcPct val="0"/>
            </a:spcBef>
            <a:spcAft>
              <a:spcPct val="35000"/>
            </a:spcAft>
            <a:buNone/>
          </a:pPr>
          <a:r>
            <a:rPr lang="en-US" sz="2200" kern="1200">
              <a:latin typeface="Cambria" panose="02040503050406030204" pitchFamily="18" charset="0"/>
              <a:ea typeface="Cambria" panose="02040503050406030204" pitchFamily="18" charset="0"/>
            </a:rPr>
            <a:t>Don’t shift blame to others</a:t>
          </a:r>
        </a:p>
      </dsp:txBody>
      <dsp:txXfrm>
        <a:off x="2881799" y="1659367"/>
        <a:ext cx="2763377" cy="1662048"/>
      </dsp:txXfrm>
    </dsp:sp>
    <dsp:sp modelId="{58096FF6-5F08-4537-8768-74ADEAC4CE1C}">
      <dsp:nvSpPr>
        <dsp:cNvPr id="0" name=""/>
        <dsp:cNvSpPr/>
      </dsp:nvSpPr>
      <dsp:spPr>
        <a:xfrm>
          <a:off x="5753071" y="830353"/>
          <a:ext cx="2763377" cy="829013"/>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368" tIns="218368" rIns="218368" bIns="218368" numCol="1" spcCol="1270" anchor="ctr" anchorCtr="0">
          <a:noAutofit/>
        </a:bodyPr>
        <a:lstStyle/>
        <a:p>
          <a:pPr marL="0" lvl="0" indent="0" algn="ctr" defTabSz="1289050">
            <a:lnSpc>
              <a:spcPct val="90000"/>
            </a:lnSpc>
            <a:spcBef>
              <a:spcPct val="0"/>
            </a:spcBef>
            <a:spcAft>
              <a:spcPct val="35000"/>
            </a:spcAft>
            <a:buNone/>
          </a:pPr>
          <a:r>
            <a:rPr lang="en-US" sz="2900" kern="1200">
              <a:latin typeface="Cambria" panose="02040503050406030204" pitchFamily="18" charset="0"/>
              <a:ea typeface="Cambria" panose="02040503050406030204" pitchFamily="18" charset="0"/>
            </a:rPr>
            <a:t>Focus on</a:t>
          </a:r>
        </a:p>
      </dsp:txBody>
      <dsp:txXfrm>
        <a:off x="5753071" y="830353"/>
        <a:ext cx="2763377" cy="829013"/>
      </dsp:txXfrm>
    </dsp:sp>
    <dsp:sp modelId="{D9DDE8B8-C904-4FBA-A39E-51DB969AC8BB}">
      <dsp:nvSpPr>
        <dsp:cNvPr id="0" name=""/>
        <dsp:cNvSpPr/>
      </dsp:nvSpPr>
      <dsp:spPr>
        <a:xfrm>
          <a:off x="5753071" y="1659367"/>
          <a:ext cx="2763377" cy="1662048"/>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2960" tIns="272960" rIns="272960" bIns="272960" numCol="1" spcCol="1270" anchor="t" anchorCtr="0">
          <a:noAutofit/>
        </a:bodyPr>
        <a:lstStyle/>
        <a:p>
          <a:pPr marL="0" lvl="0" indent="0" algn="l" defTabSz="977900">
            <a:lnSpc>
              <a:spcPct val="90000"/>
            </a:lnSpc>
            <a:spcBef>
              <a:spcPct val="0"/>
            </a:spcBef>
            <a:spcAft>
              <a:spcPct val="35000"/>
            </a:spcAft>
            <a:buNone/>
          </a:pPr>
          <a:r>
            <a:rPr lang="en-US" sz="2200" kern="1200">
              <a:latin typeface="Cambria" panose="02040503050406030204" pitchFamily="18" charset="0"/>
              <a:ea typeface="Cambria" panose="02040503050406030204" pitchFamily="18" charset="0"/>
            </a:rPr>
            <a:t>Focus on the solution, </a:t>
          </a:r>
          <a:br>
            <a:rPr lang="en-US" sz="2200" kern="1200">
              <a:latin typeface="Cambria" panose="02040503050406030204" pitchFamily="18" charset="0"/>
              <a:ea typeface="Cambria" panose="02040503050406030204" pitchFamily="18" charset="0"/>
            </a:rPr>
          </a:br>
          <a:r>
            <a:rPr lang="en-US" sz="2200" kern="1200">
              <a:latin typeface="Cambria" panose="02040503050406030204" pitchFamily="18" charset="0"/>
              <a:ea typeface="Cambria" panose="02040503050406030204" pitchFamily="18" charset="0"/>
            </a:rPr>
            <a:t>not the cause</a:t>
          </a:r>
        </a:p>
      </dsp:txBody>
      <dsp:txXfrm>
        <a:off x="5753071" y="1659367"/>
        <a:ext cx="2763377" cy="1662048"/>
      </dsp:txXfrm>
    </dsp:sp>
    <dsp:sp modelId="{AF2D6672-57D9-411A-AC5C-02948BBBC7F1}">
      <dsp:nvSpPr>
        <dsp:cNvPr id="0" name=""/>
        <dsp:cNvSpPr/>
      </dsp:nvSpPr>
      <dsp:spPr>
        <a:xfrm>
          <a:off x="8624344" y="830353"/>
          <a:ext cx="2763377" cy="829013"/>
        </a:xfrm>
        <a:prstGeom prst="rect">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8368" tIns="218368" rIns="218368" bIns="218368" numCol="1" spcCol="1270" anchor="ctr" anchorCtr="0">
          <a:noAutofit/>
        </a:bodyPr>
        <a:lstStyle/>
        <a:p>
          <a:pPr marL="0" lvl="0" indent="0" algn="ctr" defTabSz="1289050">
            <a:lnSpc>
              <a:spcPct val="90000"/>
            </a:lnSpc>
            <a:spcBef>
              <a:spcPct val="0"/>
            </a:spcBef>
            <a:spcAft>
              <a:spcPct val="35000"/>
            </a:spcAft>
            <a:buNone/>
          </a:pPr>
          <a:r>
            <a:rPr lang="en-US" sz="2900" kern="1200">
              <a:latin typeface="Cambria" panose="02040503050406030204" pitchFamily="18" charset="0"/>
              <a:ea typeface="Cambria" panose="02040503050406030204" pitchFamily="18" charset="0"/>
            </a:rPr>
            <a:t>Be</a:t>
          </a:r>
        </a:p>
      </dsp:txBody>
      <dsp:txXfrm>
        <a:off x="8624344" y="830353"/>
        <a:ext cx="2763377" cy="829013"/>
      </dsp:txXfrm>
    </dsp:sp>
    <dsp:sp modelId="{3BA9D84A-11A3-4337-909E-2A022B86ED7B}">
      <dsp:nvSpPr>
        <dsp:cNvPr id="0" name=""/>
        <dsp:cNvSpPr/>
      </dsp:nvSpPr>
      <dsp:spPr>
        <a:xfrm>
          <a:off x="8624344" y="1659367"/>
          <a:ext cx="2763377" cy="1662048"/>
        </a:xfrm>
        <a:prstGeom prst="rect">
          <a:avLst/>
        </a:prstGeom>
        <a:solidFill>
          <a:schemeClr val="accent1">
            <a:alpha val="90000"/>
            <a:tint val="40000"/>
            <a:hueOff val="0"/>
            <a:satOff val="0"/>
            <a:lumOff val="0"/>
            <a:alphaOff val="0"/>
          </a:schemeClr>
        </a:solidFill>
        <a:ln w="15875"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2960" tIns="272960" rIns="272960" bIns="272960" numCol="1" spcCol="1270" anchor="t" anchorCtr="0">
          <a:noAutofit/>
        </a:bodyPr>
        <a:lstStyle/>
        <a:p>
          <a:pPr marL="0" lvl="0" indent="0" algn="l" defTabSz="977900">
            <a:lnSpc>
              <a:spcPct val="90000"/>
            </a:lnSpc>
            <a:spcBef>
              <a:spcPct val="0"/>
            </a:spcBef>
            <a:spcAft>
              <a:spcPct val="35000"/>
            </a:spcAft>
            <a:buNone/>
          </a:pPr>
          <a:r>
            <a:rPr lang="en-US" sz="2200" kern="1200">
              <a:latin typeface="Cambria" panose="02040503050406030204" pitchFamily="18" charset="0"/>
              <a:ea typeface="Cambria" panose="02040503050406030204" pitchFamily="18" charset="0"/>
            </a:rPr>
            <a:t>Be personally accountable </a:t>
          </a:r>
          <a:br>
            <a:rPr lang="en-US" sz="2200" kern="1200">
              <a:latin typeface="Cambria" panose="02040503050406030204" pitchFamily="18" charset="0"/>
              <a:ea typeface="Cambria" panose="02040503050406030204" pitchFamily="18" charset="0"/>
            </a:rPr>
          </a:br>
          <a:r>
            <a:rPr lang="en-US" sz="2200" kern="1200">
              <a:latin typeface="Cambria" panose="02040503050406030204" pitchFamily="18" charset="0"/>
              <a:ea typeface="Cambria" panose="02040503050406030204" pitchFamily="18" charset="0"/>
            </a:rPr>
            <a:t>for results</a:t>
          </a:r>
        </a:p>
      </dsp:txBody>
      <dsp:txXfrm>
        <a:off x="8624344" y="1659367"/>
        <a:ext cx="2763377" cy="166204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A2FB49-4C1B-4B96-9900-0E11D7266275}">
      <dsp:nvSpPr>
        <dsp:cNvPr id="0" name=""/>
        <dsp:cNvSpPr/>
      </dsp:nvSpPr>
      <dsp:spPr>
        <a:xfrm>
          <a:off x="0" y="1642"/>
          <a:ext cx="10553700" cy="0"/>
        </a:xfrm>
        <a:prstGeom prst="line">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w="9525" cap="rnd"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1206082D-2EE2-4B5D-BF36-DF043F3C0D8F}">
      <dsp:nvSpPr>
        <dsp:cNvPr id="0" name=""/>
        <dsp:cNvSpPr/>
      </dsp:nvSpPr>
      <dsp:spPr>
        <a:xfrm>
          <a:off x="0" y="1642"/>
          <a:ext cx="10553700" cy="1120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a:t>I hold myself accountable</a:t>
          </a:r>
          <a:endParaRPr lang="en-US" sz="5100" kern="1200" dirty="0"/>
        </a:p>
      </dsp:txBody>
      <dsp:txXfrm>
        <a:off x="0" y="1642"/>
        <a:ext cx="10553700" cy="1120485"/>
      </dsp:txXfrm>
    </dsp:sp>
    <dsp:sp modelId="{86FBF4F9-F649-4EC9-866C-636209A8D89B}">
      <dsp:nvSpPr>
        <dsp:cNvPr id="0" name=""/>
        <dsp:cNvSpPr/>
      </dsp:nvSpPr>
      <dsp:spPr>
        <a:xfrm>
          <a:off x="0" y="1122127"/>
          <a:ext cx="10553700" cy="0"/>
        </a:xfrm>
        <a:prstGeom prst="line">
          <a:avLst/>
        </a:prstGeom>
        <a:blipFill rotWithShape="1">
          <a:blip xmlns:r="http://schemas.openxmlformats.org/officeDocument/2006/relationships" r:embed="rId1">
            <a:duotone>
              <a:schemeClr val="accent2">
                <a:hueOff val="-1939188"/>
                <a:satOff val="-4386"/>
                <a:lumOff val="-2843"/>
                <a:alphaOff val="0"/>
                <a:tint val="98000"/>
                <a:lumMod val="102000"/>
              </a:schemeClr>
              <a:schemeClr val="accent2">
                <a:hueOff val="-1939188"/>
                <a:satOff val="-4386"/>
                <a:lumOff val="-2843"/>
                <a:alphaOff val="0"/>
                <a:shade val="98000"/>
                <a:lumMod val="98000"/>
              </a:schemeClr>
            </a:duotone>
          </a:blip>
          <a:tile tx="0" ty="0" sx="100000" sy="100000" flip="none" algn="tl"/>
        </a:blipFill>
        <a:ln w="9525" cap="rnd" cmpd="sng" algn="ctr">
          <a:solidFill>
            <a:schemeClr val="accent2">
              <a:hueOff val="-1939188"/>
              <a:satOff val="-4386"/>
              <a:lumOff val="-2843"/>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10B08440-E0BA-4FBA-AFDA-003E2EBE7140}">
      <dsp:nvSpPr>
        <dsp:cNvPr id="0" name=""/>
        <dsp:cNvSpPr/>
      </dsp:nvSpPr>
      <dsp:spPr>
        <a:xfrm>
          <a:off x="0" y="1122127"/>
          <a:ext cx="10553700" cy="1120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a:t>I am a positive role model</a:t>
          </a:r>
          <a:endParaRPr lang="en-US" sz="5100" kern="1200" dirty="0"/>
        </a:p>
      </dsp:txBody>
      <dsp:txXfrm>
        <a:off x="0" y="1122127"/>
        <a:ext cx="10553700" cy="1120485"/>
      </dsp:txXfrm>
    </dsp:sp>
    <dsp:sp modelId="{BDEC6F0B-8D91-4DE8-B7DF-0C2B8E9978F3}">
      <dsp:nvSpPr>
        <dsp:cNvPr id="0" name=""/>
        <dsp:cNvSpPr/>
      </dsp:nvSpPr>
      <dsp:spPr>
        <a:xfrm>
          <a:off x="0" y="2242613"/>
          <a:ext cx="10553700" cy="0"/>
        </a:xfrm>
        <a:prstGeom prst="line">
          <a:avLst/>
        </a:prstGeom>
        <a:blipFill rotWithShape="1">
          <a:blip xmlns:r="http://schemas.openxmlformats.org/officeDocument/2006/relationships" r:embed="rId1">
            <a:duotone>
              <a:schemeClr val="accent2">
                <a:hueOff val="-3878375"/>
                <a:satOff val="-8771"/>
                <a:lumOff val="-5686"/>
                <a:alphaOff val="0"/>
                <a:tint val="98000"/>
                <a:lumMod val="102000"/>
              </a:schemeClr>
              <a:schemeClr val="accent2">
                <a:hueOff val="-3878375"/>
                <a:satOff val="-8771"/>
                <a:lumOff val="-5686"/>
                <a:alphaOff val="0"/>
                <a:shade val="98000"/>
                <a:lumMod val="98000"/>
              </a:schemeClr>
            </a:duotone>
          </a:blip>
          <a:tile tx="0" ty="0" sx="100000" sy="100000" flip="none" algn="tl"/>
        </a:blipFill>
        <a:ln w="9525" cap="rnd" cmpd="sng" algn="ctr">
          <a:solidFill>
            <a:schemeClr val="accent2">
              <a:hueOff val="-3878375"/>
              <a:satOff val="-8771"/>
              <a:lumOff val="-5686"/>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0BAB1701-72DE-425C-8950-79578C551C8C}">
      <dsp:nvSpPr>
        <dsp:cNvPr id="0" name=""/>
        <dsp:cNvSpPr/>
      </dsp:nvSpPr>
      <dsp:spPr>
        <a:xfrm>
          <a:off x="0" y="2242613"/>
          <a:ext cx="10553700" cy="1120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310" tIns="194310" rIns="194310" bIns="194310" numCol="1" spcCol="1270" anchor="t" anchorCtr="0">
          <a:noAutofit/>
        </a:bodyPr>
        <a:lstStyle/>
        <a:p>
          <a:pPr marL="0" lvl="0" indent="0" algn="l" defTabSz="2266950">
            <a:lnSpc>
              <a:spcPct val="90000"/>
            </a:lnSpc>
            <a:spcBef>
              <a:spcPct val="0"/>
            </a:spcBef>
            <a:spcAft>
              <a:spcPct val="35000"/>
            </a:spcAft>
            <a:buNone/>
          </a:pPr>
          <a:r>
            <a:rPr lang="en-US" sz="5100" kern="1200"/>
            <a:t>I am a leader</a:t>
          </a:r>
          <a:endParaRPr lang="en-US" sz="5100" kern="1200" dirty="0"/>
        </a:p>
      </dsp:txBody>
      <dsp:txXfrm>
        <a:off x="0" y="2242613"/>
        <a:ext cx="10553700" cy="112048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D31351-30E8-484B-A8CB-C3CB97C5AC3B}">
      <dsp:nvSpPr>
        <dsp:cNvPr id="0" name=""/>
        <dsp:cNvSpPr/>
      </dsp:nvSpPr>
      <dsp:spPr>
        <a:xfrm>
          <a:off x="0" y="1945"/>
          <a:ext cx="5906327" cy="985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A82F35-2AD1-4CB1-83A4-FE160C05109E}">
      <dsp:nvSpPr>
        <dsp:cNvPr id="0" name=""/>
        <dsp:cNvSpPr/>
      </dsp:nvSpPr>
      <dsp:spPr>
        <a:xfrm>
          <a:off x="298217" y="223759"/>
          <a:ext cx="542213" cy="5422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8D5F776-EDE9-48DA-AB2D-33EEC6A3A152}">
      <dsp:nvSpPr>
        <dsp:cNvPr id="0" name=""/>
        <dsp:cNvSpPr/>
      </dsp:nvSpPr>
      <dsp:spPr>
        <a:xfrm>
          <a:off x="1138648" y="1945"/>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977900">
            <a:lnSpc>
              <a:spcPct val="100000"/>
            </a:lnSpc>
            <a:spcBef>
              <a:spcPct val="0"/>
            </a:spcBef>
            <a:spcAft>
              <a:spcPct val="35000"/>
            </a:spcAft>
            <a:buNone/>
          </a:pPr>
          <a:r>
            <a:rPr lang="en-US" sz="2200" kern="1200"/>
            <a:t>I participate in process improvement</a:t>
          </a:r>
        </a:p>
      </dsp:txBody>
      <dsp:txXfrm>
        <a:off x="1138648" y="1945"/>
        <a:ext cx="4767679" cy="985843"/>
      </dsp:txXfrm>
    </dsp:sp>
    <dsp:sp modelId="{8A481394-B17F-4BF1-B7A3-F07C67BE485B}">
      <dsp:nvSpPr>
        <dsp:cNvPr id="0" name=""/>
        <dsp:cNvSpPr/>
      </dsp:nvSpPr>
      <dsp:spPr>
        <a:xfrm>
          <a:off x="0" y="1234249"/>
          <a:ext cx="5906327" cy="985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ED871C-65AC-455D-89F7-0D9D732198E5}">
      <dsp:nvSpPr>
        <dsp:cNvPr id="0" name=""/>
        <dsp:cNvSpPr/>
      </dsp:nvSpPr>
      <dsp:spPr>
        <a:xfrm>
          <a:off x="298217" y="1456063"/>
          <a:ext cx="542213" cy="5422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57B8443-B60B-4DD3-8BAA-7FA3FA2532BB}">
      <dsp:nvSpPr>
        <dsp:cNvPr id="0" name=""/>
        <dsp:cNvSpPr/>
      </dsp:nvSpPr>
      <dsp:spPr>
        <a:xfrm>
          <a:off x="1138648" y="1234249"/>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977900">
            <a:lnSpc>
              <a:spcPct val="100000"/>
            </a:lnSpc>
            <a:spcBef>
              <a:spcPct val="0"/>
            </a:spcBef>
            <a:spcAft>
              <a:spcPct val="35000"/>
            </a:spcAft>
            <a:buNone/>
          </a:pPr>
          <a:r>
            <a:rPr lang="en-US" sz="2200" kern="1200"/>
            <a:t>I communicate effectively within </a:t>
          </a:r>
          <a:br>
            <a:rPr lang="en-US" sz="2200" kern="1200"/>
          </a:br>
          <a:r>
            <a:rPr lang="en-US" sz="2200" kern="1200"/>
            <a:t>and beyond my team</a:t>
          </a:r>
        </a:p>
      </dsp:txBody>
      <dsp:txXfrm>
        <a:off x="1138648" y="1234249"/>
        <a:ext cx="4767679" cy="985843"/>
      </dsp:txXfrm>
    </dsp:sp>
    <dsp:sp modelId="{BE5307E3-6F3D-4BBE-8658-91D1F4A5B195}">
      <dsp:nvSpPr>
        <dsp:cNvPr id="0" name=""/>
        <dsp:cNvSpPr/>
      </dsp:nvSpPr>
      <dsp:spPr>
        <a:xfrm>
          <a:off x="0" y="2466552"/>
          <a:ext cx="5906327" cy="985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9137C0-8811-412F-A0C8-75977E344835}">
      <dsp:nvSpPr>
        <dsp:cNvPr id="0" name=""/>
        <dsp:cNvSpPr/>
      </dsp:nvSpPr>
      <dsp:spPr>
        <a:xfrm>
          <a:off x="298217" y="2688367"/>
          <a:ext cx="542213" cy="5422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C8F78CF-CE12-4803-8EFC-3686375D90AD}">
      <dsp:nvSpPr>
        <dsp:cNvPr id="0" name=""/>
        <dsp:cNvSpPr/>
      </dsp:nvSpPr>
      <dsp:spPr>
        <a:xfrm>
          <a:off x="1138648" y="2466552"/>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977900">
            <a:lnSpc>
              <a:spcPct val="100000"/>
            </a:lnSpc>
            <a:spcBef>
              <a:spcPct val="0"/>
            </a:spcBef>
            <a:spcAft>
              <a:spcPct val="35000"/>
            </a:spcAft>
            <a:buNone/>
          </a:pPr>
          <a:r>
            <a:rPr lang="en-US" sz="2200" kern="1200"/>
            <a:t>I focus on the problem or issue, </a:t>
          </a:r>
          <a:br>
            <a:rPr lang="en-US" sz="2200" kern="1200"/>
          </a:br>
          <a:r>
            <a:rPr lang="en-US" sz="2200" kern="1200"/>
            <a:t>not the person</a:t>
          </a:r>
        </a:p>
      </dsp:txBody>
      <dsp:txXfrm>
        <a:off x="1138648" y="2466552"/>
        <a:ext cx="4767679" cy="985843"/>
      </dsp:txXfrm>
    </dsp:sp>
    <dsp:sp modelId="{8A3D10E9-6F36-4975-B937-8BE5FB469711}">
      <dsp:nvSpPr>
        <dsp:cNvPr id="0" name=""/>
        <dsp:cNvSpPr/>
      </dsp:nvSpPr>
      <dsp:spPr>
        <a:xfrm>
          <a:off x="0" y="3698856"/>
          <a:ext cx="5906327" cy="985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4AE9D1-D872-480C-B44E-450DDEC4612C}">
      <dsp:nvSpPr>
        <dsp:cNvPr id="0" name=""/>
        <dsp:cNvSpPr/>
      </dsp:nvSpPr>
      <dsp:spPr>
        <a:xfrm>
          <a:off x="298217" y="3920671"/>
          <a:ext cx="542213" cy="5422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9B12468-9544-4941-9B4A-0E46C1A5121B}">
      <dsp:nvSpPr>
        <dsp:cNvPr id="0" name=""/>
        <dsp:cNvSpPr/>
      </dsp:nvSpPr>
      <dsp:spPr>
        <a:xfrm>
          <a:off x="1138648" y="3698856"/>
          <a:ext cx="4767679" cy="98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35" tIns="104335" rIns="104335" bIns="104335" numCol="1" spcCol="1270" anchor="ctr" anchorCtr="0">
          <a:noAutofit/>
        </a:bodyPr>
        <a:lstStyle/>
        <a:p>
          <a:pPr marL="0" lvl="0" indent="0" algn="l" defTabSz="977900">
            <a:lnSpc>
              <a:spcPct val="100000"/>
            </a:lnSpc>
            <a:spcBef>
              <a:spcPct val="0"/>
            </a:spcBef>
            <a:spcAft>
              <a:spcPct val="35000"/>
            </a:spcAft>
            <a:buNone/>
          </a:pPr>
          <a:r>
            <a:rPr lang="en-US" sz="2200" kern="1200"/>
            <a:t>I show respect for the diversity </a:t>
          </a:r>
          <a:br>
            <a:rPr lang="en-US" sz="2200" kern="1200"/>
          </a:br>
          <a:r>
            <a:rPr lang="en-US" sz="2200" kern="1200"/>
            <a:t>of patients and co-workers</a:t>
          </a:r>
        </a:p>
      </dsp:txBody>
      <dsp:txXfrm>
        <a:off x="1138648" y="3698856"/>
        <a:ext cx="4767679" cy="98584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0BF20F-15B6-49D2-9C25-2DB49C1EDC86}">
      <dsp:nvSpPr>
        <dsp:cNvPr id="0" name=""/>
        <dsp:cNvSpPr/>
      </dsp:nvSpPr>
      <dsp:spPr>
        <a:xfrm>
          <a:off x="218794" y="1012746"/>
          <a:ext cx="1339248" cy="133924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96524F-FE2E-4C47-A249-5AD3208A2270}">
      <dsp:nvSpPr>
        <dsp:cNvPr id="0" name=""/>
        <dsp:cNvSpPr/>
      </dsp:nvSpPr>
      <dsp:spPr>
        <a:xfrm>
          <a:off x="500036" y="1293988"/>
          <a:ext cx="776764" cy="7767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54016FB-13CD-4350-86A1-ADDF4EEBE81D}">
      <dsp:nvSpPr>
        <dsp:cNvPr id="0" name=""/>
        <dsp:cNvSpPr/>
      </dsp:nvSpPr>
      <dsp:spPr>
        <a:xfrm>
          <a:off x="1845025" y="1012746"/>
          <a:ext cx="3156800" cy="1339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I participate in decision-making and process improvement regardless of my role within the organization.</a:t>
          </a:r>
        </a:p>
      </dsp:txBody>
      <dsp:txXfrm>
        <a:off x="1845025" y="1012746"/>
        <a:ext cx="3156800" cy="1339248"/>
      </dsp:txXfrm>
    </dsp:sp>
    <dsp:sp modelId="{15133A96-152A-4B87-9C24-E693DE085F09}">
      <dsp:nvSpPr>
        <dsp:cNvPr id="0" name=""/>
        <dsp:cNvSpPr/>
      </dsp:nvSpPr>
      <dsp:spPr>
        <a:xfrm>
          <a:off x="5551874" y="1012746"/>
          <a:ext cx="1339248" cy="1339248"/>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6BFF05-CE03-49A5-B8E2-3D159131BB0B}">
      <dsp:nvSpPr>
        <dsp:cNvPr id="0" name=""/>
        <dsp:cNvSpPr/>
      </dsp:nvSpPr>
      <dsp:spPr>
        <a:xfrm>
          <a:off x="5833116" y="1293988"/>
          <a:ext cx="776764" cy="7767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505D099-4394-4798-85FE-705AD3F49B99}">
      <dsp:nvSpPr>
        <dsp:cNvPr id="0" name=""/>
        <dsp:cNvSpPr/>
      </dsp:nvSpPr>
      <dsp:spPr>
        <a:xfrm>
          <a:off x="7178104" y="1012746"/>
          <a:ext cx="3156800" cy="1339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Service is most effective when we serve others with the same mission and goal.</a:t>
          </a:r>
        </a:p>
      </dsp:txBody>
      <dsp:txXfrm>
        <a:off x="7178104" y="1012746"/>
        <a:ext cx="3156800" cy="133924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580873-31B1-45E3-9E1F-21A15CCDA3A8}">
      <dsp:nvSpPr>
        <dsp:cNvPr id="0" name=""/>
        <dsp:cNvSpPr/>
      </dsp:nvSpPr>
      <dsp:spPr>
        <a:xfrm>
          <a:off x="0" y="2275"/>
          <a:ext cx="11398249"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5AE3EF1-A3E2-41BE-A700-3431886C6509}">
      <dsp:nvSpPr>
        <dsp:cNvPr id="0" name=""/>
        <dsp:cNvSpPr/>
      </dsp:nvSpPr>
      <dsp:spPr>
        <a:xfrm>
          <a:off x="0" y="2275"/>
          <a:ext cx="11398249" cy="775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a:t>•  H </a:t>
          </a:r>
          <a:r>
            <a:rPr lang="en-US" sz="3500" kern="1200"/>
            <a:t>ospital</a:t>
          </a:r>
        </a:p>
      </dsp:txBody>
      <dsp:txXfrm>
        <a:off x="0" y="2275"/>
        <a:ext cx="11398249" cy="775869"/>
      </dsp:txXfrm>
    </dsp:sp>
    <dsp:sp modelId="{BA8A5DC1-EFDC-4985-9FF9-4FC58101799D}">
      <dsp:nvSpPr>
        <dsp:cNvPr id="0" name=""/>
        <dsp:cNvSpPr/>
      </dsp:nvSpPr>
      <dsp:spPr>
        <a:xfrm>
          <a:off x="0" y="778144"/>
          <a:ext cx="11398249"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033B680-31E2-49D0-AA3F-273D43298B52}">
      <dsp:nvSpPr>
        <dsp:cNvPr id="0" name=""/>
        <dsp:cNvSpPr/>
      </dsp:nvSpPr>
      <dsp:spPr>
        <a:xfrm>
          <a:off x="0" y="778144"/>
          <a:ext cx="11398249" cy="775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dirty="0"/>
            <a:t>•  C </a:t>
          </a:r>
          <a:r>
            <a:rPr lang="en-US" sz="3500" kern="1200" dirty="0" err="1"/>
            <a:t>onsumer</a:t>
          </a:r>
          <a:endParaRPr lang="en-US" sz="3500" kern="1200" dirty="0"/>
        </a:p>
      </dsp:txBody>
      <dsp:txXfrm>
        <a:off x="0" y="778144"/>
        <a:ext cx="11398249" cy="775869"/>
      </dsp:txXfrm>
    </dsp:sp>
    <dsp:sp modelId="{0096F2EC-0305-4D43-9889-9CCBB0EA57FD}">
      <dsp:nvSpPr>
        <dsp:cNvPr id="0" name=""/>
        <dsp:cNvSpPr/>
      </dsp:nvSpPr>
      <dsp:spPr>
        <a:xfrm>
          <a:off x="0" y="1554014"/>
          <a:ext cx="11398249"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E4D23F4-3126-438C-B688-44E4C7218522}">
      <dsp:nvSpPr>
        <dsp:cNvPr id="0" name=""/>
        <dsp:cNvSpPr/>
      </dsp:nvSpPr>
      <dsp:spPr>
        <a:xfrm>
          <a:off x="0" y="1554014"/>
          <a:ext cx="11398249" cy="775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a:t>•  A </a:t>
          </a:r>
          <a:r>
            <a:rPr lang="en-US" sz="3500" kern="1200"/>
            <a:t>ssessment of</a:t>
          </a:r>
        </a:p>
      </dsp:txBody>
      <dsp:txXfrm>
        <a:off x="0" y="1554014"/>
        <a:ext cx="11398249" cy="775869"/>
      </dsp:txXfrm>
    </dsp:sp>
    <dsp:sp modelId="{E4FB14D4-FD9A-4763-8C0A-DC5C47632A9C}">
      <dsp:nvSpPr>
        <dsp:cNvPr id="0" name=""/>
        <dsp:cNvSpPr/>
      </dsp:nvSpPr>
      <dsp:spPr>
        <a:xfrm>
          <a:off x="0" y="2329883"/>
          <a:ext cx="11398249"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25E955-2B4C-4521-A2A1-3F33D80C9D98}">
      <dsp:nvSpPr>
        <dsp:cNvPr id="0" name=""/>
        <dsp:cNvSpPr/>
      </dsp:nvSpPr>
      <dsp:spPr>
        <a:xfrm>
          <a:off x="0" y="2329883"/>
          <a:ext cx="11398249" cy="775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a:t>•  H </a:t>
          </a:r>
          <a:r>
            <a:rPr lang="en-US" sz="3500" kern="1200"/>
            <a:t>ealthcare</a:t>
          </a:r>
        </a:p>
      </dsp:txBody>
      <dsp:txXfrm>
        <a:off x="0" y="2329883"/>
        <a:ext cx="11398249" cy="775869"/>
      </dsp:txXfrm>
    </dsp:sp>
    <dsp:sp modelId="{E805F8AF-575A-45AF-8F68-841EB79932A6}">
      <dsp:nvSpPr>
        <dsp:cNvPr id="0" name=""/>
        <dsp:cNvSpPr/>
      </dsp:nvSpPr>
      <dsp:spPr>
        <a:xfrm>
          <a:off x="0" y="3105753"/>
          <a:ext cx="11398249"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C51350-C039-40FD-A53C-24DEA23C10B3}">
      <dsp:nvSpPr>
        <dsp:cNvPr id="0" name=""/>
        <dsp:cNvSpPr/>
      </dsp:nvSpPr>
      <dsp:spPr>
        <a:xfrm>
          <a:off x="0" y="3105753"/>
          <a:ext cx="11398249" cy="775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a:t>•  P </a:t>
          </a:r>
          <a:r>
            <a:rPr lang="en-US" sz="3500" kern="1200"/>
            <a:t>roviders and</a:t>
          </a:r>
        </a:p>
      </dsp:txBody>
      <dsp:txXfrm>
        <a:off x="0" y="3105753"/>
        <a:ext cx="11398249" cy="775869"/>
      </dsp:txXfrm>
    </dsp:sp>
    <dsp:sp modelId="{B5C413F9-3C47-4BC7-A652-5BEF262D75B8}">
      <dsp:nvSpPr>
        <dsp:cNvPr id="0" name=""/>
        <dsp:cNvSpPr/>
      </dsp:nvSpPr>
      <dsp:spPr>
        <a:xfrm>
          <a:off x="0" y="3881623"/>
          <a:ext cx="11398249" cy="0"/>
        </a:xfrm>
        <a:prstGeom prst="line">
          <a:avLst/>
        </a:prstGeom>
        <a:solidFill>
          <a:schemeClr val="accen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7649C1C-595C-47F4-9D08-46E83568B16B}">
      <dsp:nvSpPr>
        <dsp:cNvPr id="0" name=""/>
        <dsp:cNvSpPr/>
      </dsp:nvSpPr>
      <dsp:spPr>
        <a:xfrm>
          <a:off x="0" y="3881623"/>
          <a:ext cx="11398249" cy="775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a:t>•  S </a:t>
          </a:r>
          <a:r>
            <a:rPr lang="en-US" sz="3500" kern="1200"/>
            <a:t>ystems</a:t>
          </a:r>
        </a:p>
      </dsp:txBody>
      <dsp:txXfrm>
        <a:off x="0" y="3881623"/>
        <a:ext cx="11398249" cy="77586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FC42B1-618F-4FFB-9FAB-543CB55C18CA}">
      <dsp:nvSpPr>
        <dsp:cNvPr id="0" name=""/>
        <dsp:cNvSpPr/>
      </dsp:nvSpPr>
      <dsp:spPr>
        <a:xfrm>
          <a:off x="0" y="556339"/>
          <a:ext cx="2968228" cy="1884824"/>
        </a:xfrm>
        <a:prstGeom prst="roundRect">
          <a:avLst>
            <a:gd name="adj" fmla="val 10000"/>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A216C4BB-56C4-4B45-A81E-C4BAE68CDDF0}">
      <dsp:nvSpPr>
        <dsp:cNvPr id="0" name=""/>
        <dsp:cNvSpPr/>
      </dsp:nvSpPr>
      <dsp:spPr>
        <a:xfrm>
          <a:off x="329803" y="869652"/>
          <a:ext cx="2968228" cy="188482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The HCAHPS survey measures </a:t>
          </a:r>
          <a:br>
            <a:rPr lang="en-US" sz="2200" kern="1200"/>
          </a:br>
          <a:r>
            <a:rPr lang="en-US" sz="2200" i="1" kern="1200"/>
            <a:t>patient perception </a:t>
          </a:r>
          <a:r>
            <a:rPr lang="en-US" sz="2200" kern="1200"/>
            <a:t>of quality</a:t>
          </a:r>
        </a:p>
      </dsp:txBody>
      <dsp:txXfrm>
        <a:off x="385008" y="924857"/>
        <a:ext cx="2857818" cy="1774414"/>
      </dsp:txXfrm>
    </dsp:sp>
    <dsp:sp modelId="{005E326C-14BA-4A88-992F-F33D66CBBB55}">
      <dsp:nvSpPr>
        <dsp:cNvPr id="0" name=""/>
        <dsp:cNvSpPr/>
      </dsp:nvSpPr>
      <dsp:spPr>
        <a:xfrm>
          <a:off x="3627834" y="556339"/>
          <a:ext cx="2968228" cy="1884824"/>
        </a:xfrm>
        <a:prstGeom prst="roundRect">
          <a:avLst>
            <a:gd name="adj" fmla="val 10000"/>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F371BCCC-4FC1-41E2-81D0-1F7BAA3355EA}">
      <dsp:nvSpPr>
        <dsp:cNvPr id="0" name=""/>
        <dsp:cNvSpPr/>
      </dsp:nvSpPr>
      <dsp:spPr>
        <a:xfrm>
          <a:off x="3957637" y="869652"/>
          <a:ext cx="2968228" cy="188482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Beyond clinical outcomes – </a:t>
          </a:r>
          <a:br>
            <a:rPr lang="en-US" sz="1400" kern="1200" dirty="0"/>
          </a:br>
          <a:r>
            <a:rPr lang="en-US" sz="1400" kern="1200" dirty="0"/>
            <a:t>how they were treated over </a:t>
          </a:r>
          <a:br>
            <a:rPr lang="en-US" sz="1400" kern="1200" dirty="0"/>
          </a:br>
          <a:r>
            <a:rPr lang="en-US" sz="1400" kern="1200" dirty="0"/>
            <a:t>the course of their care</a:t>
          </a:r>
        </a:p>
      </dsp:txBody>
      <dsp:txXfrm>
        <a:off x="4012842" y="924857"/>
        <a:ext cx="2857818" cy="1774414"/>
      </dsp:txXfrm>
    </dsp:sp>
    <dsp:sp modelId="{C26C1663-9CCC-45DC-86EF-69EB83944E66}">
      <dsp:nvSpPr>
        <dsp:cNvPr id="0" name=""/>
        <dsp:cNvSpPr/>
      </dsp:nvSpPr>
      <dsp:spPr>
        <a:xfrm>
          <a:off x="7255668" y="556339"/>
          <a:ext cx="2968228" cy="1884824"/>
        </a:xfrm>
        <a:prstGeom prst="roundRect">
          <a:avLst>
            <a:gd name="adj" fmla="val 10000"/>
          </a:avLst>
        </a:prstGeom>
        <a:solidFill>
          <a:schemeClr val="accent1">
            <a:hueOff val="0"/>
            <a:satOff val="0"/>
            <a:lumOff val="0"/>
            <a:alphaOff val="0"/>
          </a:schemeClr>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B6824DAB-5649-4F62-9239-B1455F042A4C}">
      <dsp:nvSpPr>
        <dsp:cNvPr id="0" name=""/>
        <dsp:cNvSpPr/>
      </dsp:nvSpPr>
      <dsp:spPr>
        <a:xfrm>
          <a:off x="7585471" y="869652"/>
          <a:ext cx="2968228" cy="188482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a:t>THE TOTAL EXPERIENCE</a:t>
          </a:r>
        </a:p>
      </dsp:txBody>
      <dsp:txXfrm>
        <a:off x="7640676" y="924857"/>
        <a:ext cx="2857818" cy="177441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8EA82D-78DC-49DF-B6C5-9F845286414A}">
      <dsp:nvSpPr>
        <dsp:cNvPr id="0" name=""/>
        <dsp:cNvSpPr/>
      </dsp:nvSpPr>
      <dsp:spPr>
        <a:xfrm>
          <a:off x="3325024" y="329"/>
          <a:ext cx="783877" cy="783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b="1" kern="1200"/>
            <a:t>Always…</a:t>
          </a:r>
          <a:endParaRPr lang="en-US" sz="1000" kern="1200"/>
        </a:p>
      </dsp:txBody>
      <dsp:txXfrm>
        <a:off x="3325024" y="329"/>
        <a:ext cx="783877" cy="783877"/>
      </dsp:txXfrm>
    </dsp:sp>
    <dsp:sp modelId="{A77D6ADF-62DF-4F2A-875A-F0A8EC73AC5D}">
      <dsp:nvSpPr>
        <dsp:cNvPr id="0" name=""/>
        <dsp:cNvSpPr/>
      </dsp:nvSpPr>
      <dsp:spPr>
        <a:xfrm>
          <a:off x="878925" y="42102"/>
          <a:ext cx="4058748" cy="4058748"/>
        </a:xfrm>
        <a:prstGeom prst="circularArrow">
          <a:avLst>
            <a:gd name="adj1" fmla="val 3766"/>
            <a:gd name="adj2" fmla="val 234999"/>
            <a:gd name="adj3" fmla="val 19826227"/>
            <a:gd name="adj4" fmla="val 18606236"/>
            <a:gd name="adj5" fmla="val 4394"/>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ED415F5A-602E-4F02-B00D-C0A2B18D6807}">
      <dsp:nvSpPr>
        <dsp:cNvPr id="0" name=""/>
        <dsp:cNvSpPr/>
      </dsp:nvSpPr>
      <dsp:spPr>
        <a:xfrm>
          <a:off x="4333412" y="1264807"/>
          <a:ext cx="783877" cy="783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Every customer,</a:t>
          </a:r>
        </a:p>
      </dsp:txBody>
      <dsp:txXfrm>
        <a:off x="4333412" y="1264807"/>
        <a:ext cx="783877" cy="783877"/>
      </dsp:txXfrm>
    </dsp:sp>
    <dsp:sp modelId="{A5567D33-7A82-4A12-BD2F-DE444C5C0C82}">
      <dsp:nvSpPr>
        <dsp:cNvPr id="0" name=""/>
        <dsp:cNvSpPr/>
      </dsp:nvSpPr>
      <dsp:spPr>
        <a:xfrm>
          <a:off x="878925" y="42102"/>
          <a:ext cx="4058748" cy="4058748"/>
        </a:xfrm>
        <a:prstGeom prst="circularArrow">
          <a:avLst>
            <a:gd name="adj1" fmla="val 3766"/>
            <a:gd name="adj2" fmla="val 234999"/>
            <a:gd name="adj3" fmla="val 1229352"/>
            <a:gd name="adj4" fmla="val 21557961"/>
            <a:gd name="adj5" fmla="val 4394"/>
          </a:avLst>
        </a:prstGeom>
        <a:blipFill rotWithShape="1">
          <a:blip xmlns:r="http://schemas.openxmlformats.org/officeDocument/2006/relationships" r:embed="rId1">
            <a:duotone>
              <a:schemeClr val="accent3">
                <a:hueOff val="0"/>
                <a:satOff val="0"/>
                <a:lumOff val="0"/>
                <a:alphaOff val="0"/>
                <a:tint val="98000"/>
                <a:lumMod val="102000"/>
              </a:schemeClr>
              <a:schemeClr val="accent3">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78D815AE-A2A6-4B0F-91BB-57285E119C93}">
      <dsp:nvSpPr>
        <dsp:cNvPr id="0" name=""/>
        <dsp:cNvSpPr/>
      </dsp:nvSpPr>
      <dsp:spPr>
        <a:xfrm>
          <a:off x="3973522" y="2841585"/>
          <a:ext cx="783877" cy="783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Every time,    </a:t>
          </a:r>
        </a:p>
      </dsp:txBody>
      <dsp:txXfrm>
        <a:off x="3973522" y="2841585"/>
        <a:ext cx="783877" cy="783877"/>
      </dsp:txXfrm>
    </dsp:sp>
    <dsp:sp modelId="{695486A5-E7E3-4828-B44B-5551C15B9038}">
      <dsp:nvSpPr>
        <dsp:cNvPr id="0" name=""/>
        <dsp:cNvSpPr/>
      </dsp:nvSpPr>
      <dsp:spPr>
        <a:xfrm>
          <a:off x="878925" y="42102"/>
          <a:ext cx="4058748" cy="4058748"/>
        </a:xfrm>
        <a:prstGeom prst="circularArrow">
          <a:avLst>
            <a:gd name="adj1" fmla="val 3766"/>
            <a:gd name="adj2" fmla="val 234999"/>
            <a:gd name="adj3" fmla="val 4436632"/>
            <a:gd name="adj4" fmla="val 3308543"/>
            <a:gd name="adj5" fmla="val 4394"/>
          </a:avLst>
        </a:prstGeom>
        <a:blipFill rotWithShape="1">
          <a:blip xmlns:r="http://schemas.openxmlformats.org/officeDocument/2006/relationships" r:embed="rId1">
            <a:duotone>
              <a:schemeClr val="accent4">
                <a:hueOff val="0"/>
                <a:satOff val="0"/>
                <a:lumOff val="0"/>
                <a:alphaOff val="0"/>
                <a:tint val="98000"/>
                <a:lumMod val="102000"/>
              </a:schemeClr>
              <a:schemeClr val="accent4">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CC304C47-5421-475A-86A2-21F1B4DE9A6B}">
      <dsp:nvSpPr>
        <dsp:cNvPr id="0" name=""/>
        <dsp:cNvSpPr/>
      </dsp:nvSpPr>
      <dsp:spPr>
        <a:xfrm>
          <a:off x="2516361" y="3543317"/>
          <a:ext cx="783877" cy="783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Every interaction,</a:t>
          </a:r>
        </a:p>
      </dsp:txBody>
      <dsp:txXfrm>
        <a:off x="2516361" y="3543317"/>
        <a:ext cx="783877" cy="783877"/>
      </dsp:txXfrm>
    </dsp:sp>
    <dsp:sp modelId="{D81247B7-896A-4DD6-9B9C-7DE53A52F5F9}">
      <dsp:nvSpPr>
        <dsp:cNvPr id="0" name=""/>
        <dsp:cNvSpPr/>
      </dsp:nvSpPr>
      <dsp:spPr>
        <a:xfrm>
          <a:off x="878925" y="42102"/>
          <a:ext cx="4058748" cy="4058748"/>
        </a:xfrm>
        <a:prstGeom prst="circularArrow">
          <a:avLst>
            <a:gd name="adj1" fmla="val 3766"/>
            <a:gd name="adj2" fmla="val 234999"/>
            <a:gd name="adj3" fmla="val 7256458"/>
            <a:gd name="adj4" fmla="val 6128370"/>
            <a:gd name="adj5" fmla="val 4394"/>
          </a:avLst>
        </a:prstGeom>
        <a:blipFill rotWithShape="1">
          <a:blip xmlns:r="http://schemas.openxmlformats.org/officeDocument/2006/relationships" r:embed="rId1">
            <a:duotone>
              <a:schemeClr val="accent5">
                <a:hueOff val="0"/>
                <a:satOff val="0"/>
                <a:lumOff val="0"/>
                <a:alphaOff val="0"/>
                <a:tint val="98000"/>
                <a:lumMod val="102000"/>
              </a:schemeClr>
              <a:schemeClr val="accent5">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950DC851-9205-465C-93C2-44F75D378D2B}">
      <dsp:nvSpPr>
        <dsp:cNvPr id="0" name=""/>
        <dsp:cNvSpPr/>
      </dsp:nvSpPr>
      <dsp:spPr>
        <a:xfrm>
          <a:off x="1059199" y="2841585"/>
          <a:ext cx="783877" cy="783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Every shift - </a:t>
          </a:r>
        </a:p>
      </dsp:txBody>
      <dsp:txXfrm>
        <a:off x="1059199" y="2841585"/>
        <a:ext cx="783877" cy="783877"/>
      </dsp:txXfrm>
    </dsp:sp>
    <dsp:sp modelId="{957947FA-7B18-4E9C-8742-8779C0CC3A86}">
      <dsp:nvSpPr>
        <dsp:cNvPr id="0" name=""/>
        <dsp:cNvSpPr/>
      </dsp:nvSpPr>
      <dsp:spPr>
        <a:xfrm>
          <a:off x="878925" y="42102"/>
          <a:ext cx="4058748" cy="4058748"/>
        </a:xfrm>
        <a:prstGeom prst="circularArrow">
          <a:avLst>
            <a:gd name="adj1" fmla="val 3766"/>
            <a:gd name="adj2" fmla="val 234999"/>
            <a:gd name="adj3" fmla="val 10607041"/>
            <a:gd name="adj4" fmla="val 9335649"/>
            <a:gd name="adj5" fmla="val 4394"/>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9AF796B2-FC1A-42D5-822C-3EA66EF6F0F9}">
      <dsp:nvSpPr>
        <dsp:cNvPr id="0" name=""/>
        <dsp:cNvSpPr/>
      </dsp:nvSpPr>
      <dsp:spPr>
        <a:xfrm>
          <a:off x="699310" y="1264807"/>
          <a:ext cx="783877" cy="783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b="1" kern="1200"/>
            <a:t>At All Times…</a:t>
          </a:r>
          <a:endParaRPr lang="en-US" sz="1000" kern="1200"/>
        </a:p>
      </dsp:txBody>
      <dsp:txXfrm>
        <a:off x="699310" y="1264807"/>
        <a:ext cx="783877" cy="783877"/>
      </dsp:txXfrm>
    </dsp:sp>
    <dsp:sp modelId="{402EF748-6927-4629-8197-D20B2017563D}">
      <dsp:nvSpPr>
        <dsp:cNvPr id="0" name=""/>
        <dsp:cNvSpPr/>
      </dsp:nvSpPr>
      <dsp:spPr>
        <a:xfrm>
          <a:off x="878925" y="42102"/>
          <a:ext cx="4058748" cy="4058748"/>
        </a:xfrm>
        <a:prstGeom prst="circularArrow">
          <a:avLst>
            <a:gd name="adj1" fmla="val 3766"/>
            <a:gd name="adj2" fmla="val 234999"/>
            <a:gd name="adj3" fmla="val 13558765"/>
            <a:gd name="adj4" fmla="val 12338774"/>
            <a:gd name="adj5" fmla="val 4394"/>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4B239FE2-DB3E-4812-B4EE-05F47383D008}">
      <dsp:nvSpPr>
        <dsp:cNvPr id="0" name=""/>
        <dsp:cNvSpPr/>
      </dsp:nvSpPr>
      <dsp:spPr>
        <a:xfrm>
          <a:off x="1707697" y="329"/>
          <a:ext cx="783877" cy="7838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a:t>Excellence is Always Expected.</a:t>
          </a:r>
        </a:p>
      </dsp:txBody>
      <dsp:txXfrm>
        <a:off x="1707697" y="329"/>
        <a:ext cx="783877" cy="783877"/>
      </dsp:txXfrm>
    </dsp:sp>
    <dsp:sp modelId="{1BCC7D0B-1503-41EF-92B4-7B101E852CE3}">
      <dsp:nvSpPr>
        <dsp:cNvPr id="0" name=""/>
        <dsp:cNvSpPr/>
      </dsp:nvSpPr>
      <dsp:spPr>
        <a:xfrm>
          <a:off x="878925" y="42102"/>
          <a:ext cx="4058748" cy="4058748"/>
        </a:xfrm>
        <a:prstGeom prst="circularArrow">
          <a:avLst>
            <a:gd name="adj1" fmla="val 3766"/>
            <a:gd name="adj2" fmla="val 234999"/>
            <a:gd name="adj3" fmla="val 16740205"/>
            <a:gd name="adj4" fmla="val 15424797"/>
            <a:gd name="adj5" fmla="val 4394"/>
          </a:avLst>
        </a:prstGeom>
        <a:blipFill rotWithShape="1">
          <a:blip xmlns:r="http://schemas.openxmlformats.org/officeDocument/2006/relationships" r:embed="rId1">
            <a:duotone>
              <a:schemeClr val="accent3">
                <a:hueOff val="0"/>
                <a:satOff val="0"/>
                <a:lumOff val="0"/>
                <a:alphaOff val="0"/>
                <a:tint val="98000"/>
                <a:lumMod val="102000"/>
              </a:schemeClr>
              <a:schemeClr val="accent3">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5E79D6-9EFF-4B12-AFC1-CB50BDC26D6A}">
      <dsp:nvSpPr>
        <dsp:cNvPr id="0" name=""/>
        <dsp:cNvSpPr/>
      </dsp:nvSpPr>
      <dsp:spPr>
        <a:xfrm>
          <a:off x="0" y="2113"/>
          <a:ext cx="5816600" cy="0"/>
        </a:xfrm>
        <a:prstGeom prst="line">
          <a:avLst/>
        </a:prstGeom>
        <a:blipFill rotWithShape="1">
          <a:blip xmlns:r="http://schemas.openxmlformats.org/officeDocument/2006/relationships" r:embed="rId1">
            <a:duotone>
              <a:schemeClr val="accent5">
                <a:hueOff val="0"/>
                <a:satOff val="0"/>
                <a:lumOff val="0"/>
                <a:alphaOff val="0"/>
                <a:tint val="98000"/>
                <a:lumMod val="102000"/>
              </a:schemeClr>
              <a:schemeClr val="accent5">
                <a:hueOff val="0"/>
                <a:satOff val="0"/>
                <a:lumOff val="0"/>
                <a:alphaOff val="0"/>
                <a:shade val="98000"/>
                <a:lumMod val="98000"/>
              </a:schemeClr>
            </a:duotone>
          </a:blip>
          <a:tile tx="0" ty="0" sx="100000" sy="100000" flip="none" algn="tl"/>
        </a:blipFill>
        <a:ln w="9525" cap="rnd"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77B6FE5A-9C18-453F-BF80-FB531A7516C5}">
      <dsp:nvSpPr>
        <dsp:cNvPr id="0" name=""/>
        <dsp:cNvSpPr/>
      </dsp:nvSpPr>
      <dsp:spPr>
        <a:xfrm>
          <a:off x="0" y="2113"/>
          <a:ext cx="5816600" cy="72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MUST BE:</a:t>
          </a:r>
        </a:p>
      </dsp:txBody>
      <dsp:txXfrm>
        <a:off x="0" y="2113"/>
        <a:ext cx="5816600" cy="720549"/>
      </dsp:txXfrm>
    </dsp:sp>
    <dsp:sp modelId="{882683BB-7A5D-486B-BDA1-269ACD2F7D7C}">
      <dsp:nvSpPr>
        <dsp:cNvPr id="0" name=""/>
        <dsp:cNvSpPr/>
      </dsp:nvSpPr>
      <dsp:spPr>
        <a:xfrm>
          <a:off x="0" y="722662"/>
          <a:ext cx="5816600" cy="0"/>
        </a:xfrm>
        <a:prstGeom prst="line">
          <a:avLst/>
        </a:prstGeom>
        <a:blipFill rotWithShape="1">
          <a:blip xmlns:r="http://schemas.openxmlformats.org/officeDocument/2006/relationships" r:embed="rId1">
            <a:duotone>
              <a:schemeClr val="accent5">
                <a:hueOff val="4159237"/>
                <a:satOff val="-114"/>
                <a:lumOff val="-628"/>
                <a:alphaOff val="0"/>
                <a:tint val="98000"/>
                <a:lumMod val="102000"/>
              </a:schemeClr>
              <a:schemeClr val="accent5">
                <a:hueOff val="4159237"/>
                <a:satOff val="-114"/>
                <a:lumOff val="-628"/>
                <a:alphaOff val="0"/>
                <a:shade val="98000"/>
                <a:lumMod val="98000"/>
              </a:schemeClr>
            </a:duotone>
          </a:blip>
          <a:tile tx="0" ty="0" sx="100000" sy="100000" flip="none" algn="tl"/>
        </a:blipFill>
        <a:ln w="9525" cap="rnd" cmpd="sng" algn="ctr">
          <a:solidFill>
            <a:schemeClr val="accent5">
              <a:hueOff val="4159237"/>
              <a:satOff val="-114"/>
              <a:lumOff val="-62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6F1C5BC-E992-4092-833D-9756DEAE66A8}">
      <dsp:nvSpPr>
        <dsp:cNvPr id="0" name=""/>
        <dsp:cNvSpPr/>
      </dsp:nvSpPr>
      <dsp:spPr>
        <a:xfrm>
          <a:off x="0" y="722662"/>
          <a:ext cx="5816600" cy="72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b="1" kern="1200" dirty="0"/>
            <a:t>• S </a:t>
          </a:r>
          <a:r>
            <a:rPr lang="en-US" sz="3300" kern="1200" dirty="0" err="1"/>
            <a:t>pecific</a:t>
          </a:r>
          <a:endParaRPr lang="en-US" sz="3300" kern="1200" dirty="0"/>
        </a:p>
      </dsp:txBody>
      <dsp:txXfrm>
        <a:off x="0" y="722662"/>
        <a:ext cx="5816600" cy="720549"/>
      </dsp:txXfrm>
    </dsp:sp>
    <dsp:sp modelId="{2786A8AA-46B0-468B-BE15-BDA7243C7847}">
      <dsp:nvSpPr>
        <dsp:cNvPr id="0" name=""/>
        <dsp:cNvSpPr/>
      </dsp:nvSpPr>
      <dsp:spPr>
        <a:xfrm>
          <a:off x="0" y="1443212"/>
          <a:ext cx="5816600" cy="0"/>
        </a:xfrm>
        <a:prstGeom prst="line">
          <a:avLst/>
        </a:prstGeom>
        <a:blipFill rotWithShape="1">
          <a:blip xmlns:r="http://schemas.openxmlformats.org/officeDocument/2006/relationships" r:embed="rId1">
            <a:duotone>
              <a:schemeClr val="accent5">
                <a:hueOff val="8318473"/>
                <a:satOff val="-227"/>
                <a:lumOff val="-1255"/>
                <a:alphaOff val="0"/>
                <a:tint val="98000"/>
                <a:lumMod val="102000"/>
              </a:schemeClr>
              <a:schemeClr val="accent5">
                <a:hueOff val="8318473"/>
                <a:satOff val="-227"/>
                <a:lumOff val="-1255"/>
                <a:alphaOff val="0"/>
                <a:shade val="98000"/>
                <a:lumMod val="98000"/>
              </a:schemeClr>
            </a:duotone>
          </a:blip>
          <a:tile tx="0" ty="0" sx="100000" sy="100000" flip="none" algn="tl"/>
        </a:blipFill>
        <a:ln w="9525" cap="rnd" cmpd="sng" algn="ctr">
          <a:solidFill>
            <a:schemeClr val="accent5">
              <a:hueOff val="8318473"/>
              <a:satOff val="-227"/>
              <a:lumOff val="-1255"/>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3F836534-2308-4510-AD67-E11CB6E8AC46}">
      <dsp:nvSpPr>
        <dsp:cNvPr id="0" name=""/>
        <dsp:cNvSpPr/>
      </dsp:nvSpPr>
      <dsp:spPr>
        <a:xfrm>
          <a:off x="0" y="1443212"/>
          <a:ext cx="5816600" cy="72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b="1" kern="1200" dirty="0"/>
            <a:t>• M</a:t>
          </a:r>
          <a:r>
            <a:rPr lang="en-US" sz="3300" kern="1200" dirty="0"/>
            <a:t> </a:t>
          </a:r>
          <a:r>
            <a:rPr lang="en-US" sz="3300" kern="1200" dirty="0" err="1"/>
            <a:t>easurable</a:t>
          </a:r>
          <a:endParaRPr lang="en-US" sz="3300" kern="1200" dirty="0"/>
        </a:p>
      </dsp:txBody>
      <dsp:txXfrm>
        <a:off x="0" y="1443212"/>
        <a:ext cx="5816600" cy="720549"/>
      </dsp:txXfrm>
    </dsp:sp>
    <dsp:sp modelId="{D0BDAC22-9CDA-4199-8661-7F75D6BC87AD}">
      <dsp:nvSpPr>
        <dsp:cNvPr id="0" name=""/>
        <dsp:cNvSpPr/>
      </dsp:nvSpPr>
      <dsp:spPr>
        <a:xfrm>
          <a:off x="0" y="2163762"/>
          <a:ext cx="5816600" cy="0"/>
        </a:xfrm>
        <a:prstGeom prst="line">
          <a:avLst/>
        </a:prstGeom>
        <a:blipFill rotWithShape="1">
          <a:blip xmlns:r="http://schemas.openxmlformats.org/officeDocument/2006/relationships" r:embed="rId1">
            <a:duotone>
              <a:schemeClr val="accent5">
                <a:hueOff val="12477710"/>
                <a:satOff val="-341"/>
                <a:lumOff val="-1883"/>
                <a:alphaOff val="0"/>
                <a:tint val="98000"/>
                <a:lumMod val="102000"/>
              </a:schemeClr>
              <a:schemeClr val="accent5">
                <a:hueOff val="12477710"/>
                <a:satOff val="-341"/>
                <a:lumOff val="-1883"/>
                <a:alphaOff val="0"/>
                <a:shade val="98000"/>
                <a:lumMod val="98000"/>
              </a:schemeClr>
            </a:duotone>
          </a:blip>
          <a:tile tx="0" ty="0" sx="100000" sy="100000" flip="none" algn="tl"/>
        </a:blipFill>
        <a:ln w="9525" cap="rnd" cmpd="sng" algn="ctr">
          <a:solidFill>
            <a:schemeClr val="accent5">
              <a:hueOff val="12477710"/>
              <a:satOff val="-341"/>
              <a:lumOff val="-1883"/>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E4F071D-55A4-47DD-8155-EE89B718DD85}">
      <dsp:nvSpPr>
        <dsp:cNvPr id="0" name=""/>
        <dsp:cNvSpPr/>
      </dsp:nvSpPr>
      <dsp:spPr>
        <a:xfrm>
          <a:off x="0" y="2163762"/>
          <a:ext cx="5816600" cy="72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b="1" kern="1200" dirty="0"/>
            <a:t>• A </a:t>
          </a:r>
          <a:r>
            <a:rPr lang="en-US" sz="3300" kern="1200" dirty="0" err="1"/>
            <a:t>ttainable</a:t>
          </a:r>
          <a:endParaRPr lang="en-US" sz="3300" kern="1200" dirty="0"/>
        </a:p>
      </dsp:txBody>
      <dsp:txXfrm>
        <a:off x="0" y="2163762"/>
        <a:ext cx="5816600" cy="720549"/>
      </dsp:txXfrm>
    </dsp:sp>
    <dsp:sp modelId="{E5227CF6-1285-4084-9E0B-7B3D4689151E}">
      <dsp:nvSpPr>
        <dsp:cNvPr id="0" name=""/>
        <dsp:cNvSpPr/>
      </dsp:nvSpPr>
      <dsp:spPr>
        <a:xfrm>
          <a:off x="0" y="2884312"/>
          <a:ext cx="5816600" cy="0"/>
        </a:xfrm>
        <a:prstGeom prst="line">
          <a:avLst/>
        </a:prstGeom>
        <a:blipFill rotWithShape="1">
          <a:blip xmlns:r="http://schemas.openxmlformats.org/officeDocument/2006/relationships" r:embed="rId1">
            <a:duotone>
              <a:schemeClr val="accent5">
                <a:hueOff val="16636946"/>
                <a:satOff val="-454"/>
                <a:lumOff val="-2510"/>
                <a:alphaOff val="0"/>
                <a:tint val="98000"/>
                <a:lumMod val="102000"/>
              </a:schemeClr>
              <a:schemeClr val="accent5">
                <a:hueOff val="16636946"/>
                <a:satOff val="-454"/>
                <a:lumOff val="-2510"/>
                <a:alphaOff val="0"/>
                <a:shade val="98000"/>
                <a:lumMod val="98000"/>
              </a:schemeClr>
            </a:duotone>
          </a:blip>
          <a:tile tx="0" ty="0" sx="100000" sy="100000" flip="none" algn="tl"/>
        </a:blipFill>
        <a:ln w="9525" cap="rnd" cmpd="sng" algn="ctr">
          <a:solidFill>
            <a:schemeClr val="accent5">
              <a:hueOff val="16636946"/>
              <a:satOff val="-454"/>
              <a:lumOff val="-251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D5D3AE20-8175-48C3-A0C7-CFAF45CEA825}">
      <dsp:nvSpPr>
        <dsp:cNvPr id="0" name=""/>
        <dsp:cNvSpPr/>
      </dsp:nvSpPr>
      <dsp:spPr>
        <a:xfrm>
          <a:off x="0" y="2884312"/>
          <a:ext cx="5816600" cy="72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b="1" kern="1200" dirty="0"/>
            <a:t>• R  </a:t>
          </a:r>
          <a:r>
            <a:rPr lang="en-US" sz="3300" kern="1200" dirty="0" err="1"/>
            <a:t>ealistic</a:t>
          </a:r>
          <a:endParaRPr lang="en-US" sz="3300" kern="1200" dirty="0"/>
        </a:p>
      </dsp:txBody>
      <dsp:txXfrm>
        <a:off x="0" y="2884312"/>
        <a:ext cx="5816600" cy="720549"/>
      </dsp:txXfrm>
    </dsp:sp>
    <dsp:sp modelId="{5C1E9010-4929-4333-88DD-1B9BDB466364}">
      <dsp:nvSpPr>
        <dsp:cNvPr id="0" name=""/>
        <dsp:cNvSpPr/>
      </dsp:nvSpPr>
      <dsp:spPr>
        <a:xfrm>
          <a:off x="0" y="3604862"/>
          <a:ext cx="5816600" cy="0"/>
        </a:xfrm>
        <a:prstGeom prst="line">
          <a:avLst/>
        </a:prstGeom>
        <a:blipFill rotWithShape="1">
          <a:blip xmlns:r="http://schemas.openxmlformats.org/officeDocument/2006/relationships" r:embed="rId1">
            <a:duotone>
              <a:schemeClr val="accent5">
                <a:hueOff val="20796183"/>
                <a:satOff val="-568"/>
                <a:lumOff val="-3138"/>
                <a:alphaOff val="0"/>
                <a:tint val="98000"/>
                <a:lumMod val="102000"/>
              </a:schemeClr>
              <a:schemeClr val="accent5">
                <a:hueOff val="20796183"/>
                <a:satOff val="-568"/>
                <a:lumOff val="-3138"/>
                <a:alphaOff val="0"/>
                <a:shade val="98000"/>
                <a:lumMod val="98000"/>
              </a:schemeClr>
            </a:duotone>
          </a:blip>
          <a:tile tx="0" ty="0" sx="100000" sy="100000" flip="none" algn="tl"/>
        </a:blipFill>
        <a:ln w="9525" cap="rnd" cmpd="sng" algn="ctr">
          <a:solidFill>
            <a:schemeClr val="accent5">
              <a:hueOff val="20796183"/>
              <a:satOff val="-568"/>
              <a:lumOff val="-3138"/>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F7B99904-AE38-4117-A3B9-CBEDC09DDE25}">
      <dsp:nvSpPr>
        <dsp:cNvPr id="0" name=""/>
        <dsp:cNvSpPr/>
      </dsp:nvSpPr>
      <dsp:spPr>
        <a:xfrm>
          <a:off x="0" y="3604862"/>
          <a:ext cx="5816600" cy="720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b="1" kern="1200" dirty="0"/>
            <a:t>• T </a:t>
          </a:r>
          <a:r>
            <a:rPr lang="en-US" sz="3300" kern="1200" dirty="0" err="1"/>
            <a:t>ime</a:t>
          </a:r>
          <a:r>
            <a:rPr lang="en-US" sz="3300" kern="1200" dirty="0"/>
            <a:t> Framed</a:t>
          </a:r>
        </a:p>
      </dsp:txBody>
      <dsp:txXfrm>
        <a:off x="0" y="3604862"/>
        <a:ext cx="5816600" cy="72054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AA3114B-0CDD-4419-A4DE-E0C29A2AE1AC}"/>
              </a:ext>
            </a:extLst>
          </p:cNvPr>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dirty="0"/>
          </a:p>
        </p:txBody>
      </p:sp>
      <p:sp>
        <p:nvSpPr>
          <p:cNvPr id="3" name="Date Placeholder 2">
            <a:extLst>
              <a:ext uri="{FF2B5EF4-FFF2-40B4-BE49-F238E27FC236}">
                <a16:creationId xmlns:a16="http://schemas.microsoft.com/office/drawing/2014/main" id="{1FC25048-78D1-4821-8E2B-7A77CCA12F84}"/>
              </a:ext>
            </a:extLst>
          </p:cNvPr>
          <p:cNvSpPr>
            <a:spLocks noGrp="1"/>
          </p:cNvSpPr>
          <p:nvPr>
            <p:ph type="dt" sz="quarter" idx="1"/>
          </p:nvPr>
        </p:nvSpPr>
        <p:spPr>
          <a:xfrm>
            <a:off x="3970938" y="0"/>
            <a:ext cx="3037840" cy="463408"/>
          </a:xfrm>
          <a:prstGeom prst="rect">
            <a:avLst/>
          </a:prstGeom>
        </p:spPr>
        <p:txBody>
          <a:bodyPr vert="horz" lIns="92830" tIns="46415" rIns="92830" bIns="46415" rtlCol="0"/>
          <a:lstStyle>
            <a:lvl1pPr algn="r">
              <a:defRPr sz="1200"/>
            </a:lvl1pPr>
          </a:lstStyle>
          <a:p>
            <a:fld id="{86252186-C111-43A8-A0F7-F77FFDE4DF82}" type="datetimeFigureOut">
              <a:rPr lang="en-US" smtClean="0"/>
              <a:t>9/3/2025</a:t>
            </a:fld>
            <a:endParaRPr lang="en-US" dirty="0"/>
          </a:p>
        </p:txBody>
      </p:sp>
      <p:sp>
        <p:nvSpPr>
          <p:cNvPr id="4" name="Footer Placeholder 3">
            <a:extLst>
              <a:ext uri="{FF2B5EF4-FFF2-40B4-BE49-F238E27FC236}">
                <a16:creationId xmlns:a16="http://schemas.microsoft.com/office/drawing/2014/main" id="{01924695-047D-4CC8-8801-1AA37457E730}"/>
              </a:ext>
            </a:extLst>
          </p:cNvPr>
          <p:cNvSpPr>
            <a:spLocks noGrp="1"/>
          </p:cNvSpPr>
          <p:nvPr>
            <p:ph type="ftr" sz="quarter" idx="2"/>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F00293-63F6-438D-A9A8-024975FD55FB}"/>
              </a:ext>
            </a:extLst>
          </p:cNvPr>
          <p:cNvSpPr>
            <a:spLocks noGrp="1"/>
          </p:cNvSpPr>
          <p:nvPr>
            <p:ph type="sldNum" sz="quarter" idx="3"/>
          </p:nvPr>
        </p:nvSpPr>
        <p:spPr>
          <a:xfrm>
            <a:off x="3970938" y="8772669"/>
            <a:ext cx="3037840" cy="463407"/>
          </a:xfrm>
          <a:prstGeom prst="rect">
            <a:avLst/>
          </a:prstGeom>
        </p:spPr>
        <p:txBody>
          <a:bodyPr vert="horz" lIns="92830" tIns="46415" rIns="92830" bIns="46415" rtlCol="0" anchor="b"/>
          <a:lstStyle>
            <a:lvl1pPr algn="r">
              <a:defRPr sz="1200"/>
            </a:lvl1pPr>
          </a:lstStyle>
          <a:p>
            <a:fld id="{DD56CFAD-C154-4C9C-AD01-665A5055065E}" type="slidenum">
              <a:rPr lang="en-US" smtClean="0"/>
              <a:t>‹#›</a:t>
            </a:fld>
            <a:endParaRPr lang="en-US" dirty="0"/>
          </a:p>
        </p:txBody>
      </p:sp>
    </p:spTree>
    <p:extLst>
      <p:ext uri="{BB962C8B-B14F-4D97-AF65-F5344CB8AC3E}">
        <p14:creationId xmlns:p14="http://schemas.microsoft.com/office/powerpoint/2010/main" val="3997879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dirty="0"/>
          </a:p>
        </p:txBody>
      </p:sp>
      <p:sp>
        <p:nvSpPr>
          <p:cNvPr id="3" name="Date Placeholder 2"/>
          <p:cNvSpPr>
            <a:spLocks noGrp="1"/>
          </p:cNvSpPr>
          <p:nvPr>
            <p:ph type="dt" idx="1"/>
          </p:nvPr>
        </p:nvSpPr>
        <p:spPr>
          <a:xfrm>
            <a:off x="3970938" y="0"/>
            <a:ext cx="3037840" cy="463408"/>
          </a:xfrm>
          <a:prstGeom prst="rect">
            <a:avLst/>
          </a:prstGeom>
        </p:spPr>
        <p:txBody>
          <a:bodyPr vert="horz" lIns="92830" tIns="46415" rIns="92830" bIns="46415" rtlCol="0"/>
          <a:lstStyle>
            <a:lvl1pPr algn="r">
              <a:defRPr sz="1200"/>
            </a:lvl1pPr>
          </a:lstStyle>
          <a:p>
            <a:fld id="{7E2BBB5B-F3DE-41D7-B279-483D20E8E363}" type="datetimeFigureOut">
              <a:rPr lang="en-US" smtClean="0"/>
              <a:t>9/3/2025</a:t>
            </a:fld>
            <a:endParaRPr lang="en-US" dirty="0"/>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dirty="0"/>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30" tIns="46415" rIns="92830" bIns="46415" rtlCol="0" anchor="b"/>
          <a:lstStyle>
            <a:lvl1pPr algn="r">
              <a:defRPr sz="1200"/>
            </a:lvl1pPr>
          </a:lstStyle>
          <a:p>
            <a:fld id="{F5B62BC0-7DC4-4569-951D-2BB9475345C6}" type="slidenum">
              <a:rPr lang="en-US" smtClean="0"/>
              <a:t>‹#›</a:t>
            </a:fld>
            <a:endParaRPr lang="en-US" dirty="0"/>
          </a:p>
        </p:txBody>
      </p:sp>
    </p:spTree>
    <p:extLst>
      <p:ext uri="{BB962C8B-B14F-4D97-AF65-F5344CB8AC3E}">
        <p14:creationId xmlns:p14="http://schemas.microsoft.com/office/powerpoint/2010/main" val="334464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en-US" dirty="0"/>
              <a:t>Ground Rules</a:t>
            </a:r>
          </a:p>
          <a:p>
            <a:endParaRPr lang="en-US" altLang="en-US" dirty="0"/>
          </a:p>
          <a:p>
            <a:r>
              <a:rPr lang="en-US" altLang="en-US" dirty="0"/>
              <a:t>Briefly go over ground rules</a:t>
            </a:r>
          </a:p>
          <a:p>
            <a:endParaRPr lang="en-US" altLang="en-US" dirty="0"/>
          </a:p>
          <a:p>
            <a:r>
              <a:rPr lang="en-US" altLang="en-US" dirty="0"/>
              <a:t>If this is the first presentation of the day, inform participants that the same ground rules apply throughout orientation.</a:t>
            </a:r>
          </a:p>
          <a:p>
            <a:endParaRPr lang="en-US" altLang="en-US" dirty="0"/>
          </a:p>
          <a:p>
            <a:r>
              <a:rPr lang="en-US" altLang="en-US" dirty="0"/>
              <a:t>ASK:  What questions before we get started?</a:t>
            </a:r>
          </a:p>
          <a:p>
            <a:endParaRPr lang="en-US" altLang="en-US" dirty="0"/>
          </a:p>
          <a:p>
            <a:r>
              <a:rPr lang="en-US" altLang="en-US" dirty="0"/>
              <a:t>Having participants agree (even with nodding their head) allows you as the facilitator to circle back to any one of these to remind them that they agreed to the ground rules. If you have no questions click on yes checkbox.</a:t>
            </a:r>
            <a:endParaRPr lang="en-US" dirty="0"/>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15" name="Slide Image Placeholder 14">
            <a:extLst>
              <a:ext uri="{FF2B5EF4-FFF2-40B4-BE49-F238E27FC236}">
                <a16:creationId xmlns:a16="http://schemas.microsoft.com/office/drawing/2014/main" id="{93381DB2-5463-4921-8AFB-01D9353F7C5D}"/>
              </a:ext>
            </a:extLst>
          </p:cNvPr>
          <p:cNvSpPr>
            <a:spLocks noGrp="1" noRot="1" noChangeAspect="1"/>
          </p:cNvSpPr>
          <p:nvPr>
            <p:ph type="sldImg"/>
          </p:nvPr>
        </p:nvSpPr>
        <p:spPr/>
      </p:sp>
      <p:sp>
        <p:nvSpPr>
          <p:cNvPr id="17" name="Slide Number Placeholder 16">
            <a:extLst>
              <a:ext uri="{FF2B5EF4-FFF2-40B4-BE49-F238E27FC236}">
                <a16:creationId xmlns:a16="http://schemas.microsoft.com/office/drawing/2014/main" id="{D1BEAE94-6FD2-4398-A973-DA0B7829072F}"/>
              </a:ext>
            </a:extLst>
          </p:cNvPr>
          <p:cNvSpPr>
            <a:spLocks noGrp="1"/>
          </p:cNvSpPr>
          <p:nvPr>
            <p:ph type="sldNum" sz="quarter" idx="5"/>
          </p:nvPr>
        </p:nvSpPr>
        <p:spPr/>
        <p:txBody>
          <a:bodyPr/>
          <a:lstStyle/>
          <a:p>
            <a:fld id="{C677C7F3-04DB-40A6-BB57-D969CA5344BE}" type="slidenum">
              <a:rPr lang="en-US" smtClean="0"/>
              <a:t>2</a:t>
            </a:fld>
            <a:endParaRPr lang="en-US"/>
          </a:p>
        </p:txBody>
      </p:sp>
    </p:spTree>
    <p:extLst>
      <p:ext uri="{BB962C8B-B14F-4D97-AF65-F5344CB8AC3E}">
        <p14:creationId xmlns:p14="http://schemas.microsoft.com/office/powerpoint/2010/main" val="2992528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8299">
              <a:defRPr/>
            </a:pPr>
            <a:r>
              <a:rPr lang="en-US" altLang="en-US" b="1" i="0" dirty="0">
                <a:highlight>
                  <a:srgbClr val="FFFF00"/>
                </a:highlight>
              </a:rPr>
              <a:t>Facilitator Note:</a:t>
            </a:r>
            <a:r>
              <a:rPr lang="en-US" altLang="en-US" b="1" i="0" baseline="0" dirty="0">
                <a:highlight>
                  <a:srgbClr val="FFFF00"/>
                </a:highlight>
              </a:rPr>
              <a:t> </a:t>
            </a:r>
            <a:r>
              <a:rPr lang="en-US" altLang="en-US" b="0" i="1" baseline="0" dirty="0">
                <a:highlight>
                  <a:srgbClr val="FFFF00"/>
                </a:highlight>
              </a:rPr>
              <a:t>If the group has already introduced themselves earlier in orientation, ask them to share Role and Talent.</a:t>
            </a:r>
            <a:endParaRPr lang="en-US" altLang="en-US" b="1" i="1" dirty="0">
              <a:highlight>
                <a:srgbClr val="FFFF00"/>
              </a:highlight>
            </a:endParaRPr>
          </a:p>
          <a:p>
            <a:endParaRPr lang="en-US" altLang="en-US" b="1" dirty="0"/>
          </a:p>
          <a:p>
            <a:endParaRPr lang="en-US" altLang="en-US" b="1" dirty="0"/>
          </a:p>
          <a:p>
            <a:r>
              <a:rPr lang="en-US" altLang="en-US" b="1" dirty="0"/>
              <a:t>SAY </a:t>
            </a:r>
            <a:r>
              <a:rPr lang="en-US" altLang="en-US" b="0" dirty="0"/>
              <a:t>Please</a:t>
            </a:r>
            <a:r>
              <a:rPr lang="en-US" altLang="en-US" b="0" baseline="0" dirty="0"/>
              <a:t> introduce yourself by telling us your </a:t>
            </a:r>
            <a:r>
              <a:rPr lang="en-US" altLang="en-US" dirty="0"/>
              <a:t>Name, Department, Role, and Talents that you bring to that role</a:t>
            </a:r>
          </a:p>
          <a:p>
            <a:endParaRPr lang="en-US" altLang="en-US" dirty="0"/>
          </a:p>
          <a:p>
            <a:r>
              <a:rPr lang="en-US" altLang="en-US" b="1" dirty="0"/>
              <a:t>Role</a:t>
            </a:r>
          </a:p>
          <a:p>
            <a:pPr marL="0" lvl="1"/>
            <a:r>
              <a:rPr lang="en-US" altLang="en-US" dirty="0"/>
              <a:t>Pay particular attention to “role” – that is not the same as position.  Encourage them to share what they will be doing in their role, not just the title of their position.</a:t>
            </a:r>
          </a:p>
          <a:p>
            <a:r>
              <a:rPr lang="en-US" altLang="en-US" dirty="0"/>
              <a:t> </a:t>
            </a:r>
          </a:p>
          <a:p>
            <a:r>
              <a:rPr lang="en-US" altLang="en-US" b="1" dirty="0"/>
              <a:t>Talents</a:t>
            </a:r>
            <a:endParaRPr lang="en-US" altLang="en-US" dirty="0"/>
          </a:p>
          <a:p>
            <a:pPr marL="0" lvl="1"/>
            <a:r>
              <a:rPr lang="en-US" altLang="en-US" dirty="0"/>
              <a:t>Encourage participants to give a talent.  Try not to let their modesty interfere with sharing a talent that they have.  </a:t>
            </a:r>
            <a:r>
              <a:rPr lang="en-US" altLang="en-US" i="1" dirty="0"/>
              <a:t>Note: experience is not a talent.  </a:t>
            </a:r>
            <a:r>
              <a:rPr lang="en-US" altLang="en-US" dirty="0"/>
              <a:t>  </a:t>
            </a:r>
          </a:p>
          <a:p>
            <a:pPr marL="0" lvl="1"/>
            <a:endParaRPr lang="en-US" altLang="en-US" dirty="0"/>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4710A876-DB97-430E-8E92-C8BD1ED64C72}"/>
              </a:ext>
            </a:extLst>
          </p:cNvPr>
          <p:cNvSpPr>
            <a:spLocks noGrp="1"/>
          </p:cNvSpPr>
          <p:nvPr>
            <p:ph type="sldNum" sz="quarter" idx="5"/>
          </p:nvPr>
        </p:nvSpPr>
        <p:spPr/>
        <p:txBody>
          <a:bodyPr/>
          <a:lstStyle/>
          <a:p>
            <a:fld id="{C677C7F3-04DB-40A6-BB57-D969CA5344BE}" type="slidenum">
              <a:rPr lang="en-US" smtClean="0"/>
              <a:t>3</a:t>
            </a:fld>
            <a:endParaRPr lang="en-US"/>
          </a:p>
        </p:txBody>
      </p:sp>
    </p:spTree>
    <p:extLst>
      <p:ext uri="{BB962C8B-B14F-4D97-AF65-F5344CB8AC3E}">
        <p14:creationId xmlns:p14="http://schemas.microsoft.com/office/powerpoint/2010/main" val="1971866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a:t>What is Service Excellence</a:t>
            </a:r>
          </a:p>
          <a:p>
            <a:pPr>
              <a:defRPr/>
            </a:pPr>
            <a:endParaRPr lang="en-US" b="1" dirty="0"/>
          </a:p>
          <a:p>
            <a:pPr>
              <a:defRPr/>
            </a:pPr>
            <a:r>
              <a:rPr lang="en-US" dirty="0"/>
              <a:t>Service Excellence is </a:t>
            </a:r>
            <a:r>
              <a:rPr lang="en-US" i="1" u="sng" dirty="0"/>
              <a:t>not</a:t>
            </a:r>
            <a:r>
              <a:rPr lang="en-US" dirty="0"/>
              <a:t> the same as Customer Service</a:t>
            </a:r>
          </a:p>
          <a:p>
            <a:pPr>
              <a:defRPr/>
            </a:pPr>
            <a:endParaRPr lang="en-US" b="1" dirty="0"/>
          </a:p>
          <a:p>
            <a:pPr>
              <a:defRPr/>
            </a:pPr>
            <a:r>
              <a:rPr lang="en-US" b="1" dirty="0"/>
              <a:t>ASK</a:t>
            </a:r>
            <a:r>
              <a:rPr lang="en-US" dirty="0"/>
              <a:t>:  What do you see different about the graphics?</a:t>
            </a:r>
          </a:p>
          <a:p>
            <a:pPr marL="175955" indent="-175955">
              <a:buFont typeface="Arial" panose="020B0604020202020204" pitchFamily="34" charset="0"/>
              <a:buChar char="•"/>
              <a:tabLst>
                <a:tab pos="474049" algn="l"/>
              </a:tabLst>
              <a:defRPr/>
            </a:pPr>
            <a:r>
              <a:rPr lang="en-US" dirty="0"/>
              <a:t>everyone working together (not just two at a time)</a:t>
            </a:r>
          </a:p>
          <a:p>
            <a:pPr>
              <a:defRPr/>
            </a:pPr>
            <a:endParaRPr lang="en-US" dirty="0"/>
          </a:p>
          <a:p>
            <a:pPr>
              <a:defRPr/>
            </a:pPr>
            <a:r>
              <a:rPr lang="en-US" dirty="0"/>
              <a:t>Briefly discuss what Service Excellence will mean to them as employees of UHS: </a:t>
            </a:r>
          </a:p>
          <a:p>
            <a:pPr marL="175935" indent="-175935">
              <a:buFont typeface="Arial" panose="020B0604020202020204" pitchFamily="34" charset="0"/>
              <a:buChar char="•"/>
              <a:defRPr/>
            </a:pPr>
            <a:r>
              <a:rPr lang="en-US" dirty="0"/>
              <a:t>Service Excellence differentiates us from our competitors and allows us to become the employer of choice; attracting the best talent to our facility</a:t>
            </a:r>
          </a:p>
          <a:p>
            <a:pPr marL="175935" indent="-175935">
              <a:buFont typeface="Arial" panose="020B0604020202020204" pitchFamily="34" charset="0"/>
              <a:buChar char="•"/>
              <a:defRPr/>
            </a:pPr>
            <a:r>
              <a:rPr lang="en-US" dirty="0"/>
              <a:t>Service Excellence also allows us to become the hospital of choice so more people will want to come to us because of their total experience.</a:t>
            </a:r>
          </a:p>
          <a:p>
            <a:pPr marL="175935" indent="-175935">
              <a:buFont typeface="Arial" panose="020B0604020202020204" pitchFamily="34" charset="0"/>
              <a:buChar char="•"/>
              <a:defRPr/>
            </a:pPr>
            <a:endParaRPr lang="en-US" dirty="0"/>
          </a:p>
          <a:p>
            <a:pPr>
              <a:defRPr/>
            </a:pPr>
            <a:r>
              <a:rPr lang="en-US" dirty="0"/>
              <a:t>This is a good place to introduce them to the concept of “WOW”.  </a:t>
            </a:r>
          </a:p>
          <a:p>
            <a:pPr marL="175955" indent="-175955">
              <a:buFont typeface="Arial" panose="020B0604020202020204" pitchFamily="34" charset="0"/>
              <a:buChar char="•"/>
              <a:defRPr/>
            </a:pPr>
            <a:r>
              <a:rPr lang="en-US" dirty="0"/>
              <a:t>Customer service is meeting their expectations.  </a:t>
            </a:r>
          </a:p>
          <a:p>
            <a:pPr marL="175955" indent="-175955">
              <a:buFont typeface="Arial" panose="020B0604020202020204" pitchFamily="34" charset="0"/>
              <a:buChar char="•"/>
              <a:defRPr/>
            </a:pPr>
            <a:r>
              <a:rPr lang="en-US" dirty="0"/>
              <a:t>Service Excellence is exceeding their expectations which results in the emotional response of “Wow.”  </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81FB1292-58DF-40E8-98C0-634FDC52B08B}"/>
              </a:ext>
            </a:extLst>
          </p:cNvPr>
          <p:cNvSpPr>
            <a:spLocks noGrp="1"/>
          </p:cNvSpPr>
          <p:nvPr>
            <p:ph type="sldNum" sz="quarter" idx="5"/>
          </p:nvPr>
        </p:nvSpPr>
        <p:spPr/>
        <p:txBody>
          <a:bodyPr/>
          <a:lstStyle/>
          <a:p>
            <a:fld id="{C677C7F3-04DB-40A6-BB57-D969CA5344BE}" type="slidenum">
              <a:rPr lang="en-US" smtClean="0"/>
              <a:t>4</a:t>
            </a:fld>
            <a:endParaRPr lang="en-US"/>
          </a:p>
        </p:txBody>
      </p:sp>
    </p:spTree>
    <p:extLst>
      <p:ext uri="{BB962C8B-B14F-4D97-AF65-F5344CB8AC3E}">
        <p14:creationId xmlns:p14="http://schemas.microsoft.com/office/powerpoint/2010/main" val="465292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i="1" dirty="0">
                <a:highlight>
                  <a:srgbClr val="FFFF00"/>
                </a:highlight>
              </a:rPr>
              <a:t>Facilitator Note</a:t>
            </a:r>
            <a:r>
              <a:rPr lang="en-US" i="1" dirty="0">
                <a:highlight>
                  <a:srgbClr val="FFFF00"/>
                </a:highlight>
              </a:rPr>
              <a:t>:  For timing - Slides 12-15 can be hidden; refer participants to their materials for further explanation of the principles</a:t>
            </a:r>
          </a:p>
          <a:p>
            <a:endParaRPr lang="en-US" b="1" i="1" dirty="0"/>
          </a:p>
          <a:p>
            <a:endParaRPr lang="en-US" b="1" dirty="0"/>
          </a:p>
          <a:p>
            <a:r>
              <a:rPr lang="en-US" b="1" dirty="0"/>
              <a:t>We Provide Superior Quality Patient Care</a:t>
            </a:r>
          </a:p>
          <a:p>
            <a:pPr marL="172472" indent="-172472">
              <a:buFont typeface="Arial" panose="020B0604020202020204" pitchFamily="34" charset="0"/>
              <a:buChar char="•"/>
            </a:pPr>
            <a:r>
              <a:rPr lang="en-US" dirty="0"/>
              <a:t>We strive to be the provider of choice because we are passionate about providing superior quality care for each patient we are privileged to serve.</a:t>
            </a:r>
          </a:p>
          <a:p>
            <a:pPr marL="172472" indent="-172472">
              <a:buFont typeface="Arial" panose="020B0604020202020204" pitchFamily="34" charset="0"/>
              <a:buChar char="•"/>
            </a:pPr>
            <a:r>
              <a:rPr lang="en-US" dirty="0"/>
              <a:t>Many of our patients face complex health challenges and we work hard to help them lead the fullest lives possible.</a:t>
            </a:r>
          </a:p>
          <a:p>
            <a:pPr marL="172472" indent="-172472">
              <a:buFont typeface="Arial" panose="020B0604020202020204" pitchFamily="34" charset="0"/>
              <a:buChar char="•"/>
            </a:pPr>
            <a:r>
              <a:rPr lang="en-US" dirty="0"/>
              <a:t>We are very aware that behind every patient are families and loved ones who also need support.</a:t>
            </a:r>
          </a:p>
          <a:p>
            <a:pPr marL="172472" indent="-172472">
              <a:buFont typeface="Arial" panose="020B0604020202020204" pitchFamily="34" charset="0"/>
              <a:buChar char="•"/>
            </a:pPr>
            <a:r>
              <a:rPr lang="en-US" dirty="0"/>
              <a:t>Every patient interaction matters and we believe our patient-centric approach is reflected in our high patient-satisfaction scores and strong regulatory record.</a:t>
            </a:r>
          </a:p>
          <a:p>
            <a:endParaRPr lang="en-US" dirty="0"/>
          </a:p>
          <a:p>
            <a:r>
              <a:rPr lang="en-US" b="1" dirty="0"/>
              <a:t>ASK</a:t>
            </a:r>
            <a:r>
              <a:rPr lang="en-US" dirty="0"/>
              <a:t> How is the mission supported by this principle?</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9" name="Slide Image Placeholder 8"/>
          <p:cNvSpPr>
            <a:spLocks noGrp="1" noRot="1" noChangeAspect="1"/>
          </p:cNvSpPr>
          <p:nvPr>
            <p:ph type="sldImg"/>
          </p:nvPr>
        </p:nvSpPr>
        <p:spPr/>
      </p:sp>
      <p:sp>
        <p:nvSpPr>
          <p:cNvPr id="2" name="Slide Number Placeholder 1">
            <a:extLst>
              <a:ext uri="{FF2B5EF4-FFF2-40B4-BE49-F238E27FC236}">
                <a16:creationId xmlns:a16="http://schemas.microsoft.com/office/drawing/2014/main" id="{31C6D382-DEE6-4537-B885-E7727F5D8A8A}"/>
              </a:ext>
            </a:extLst>
          </p:cNvPr>
          <p:cNvSpPr>
            <a:spLocks noGrp="1"/>
          </p:cNvSpPr>
          <p:nvPr>
            <p:ph type="sldNum" sz="quarter" idx="5"/>
          </p:nvPr>
        </p:nvSpPr>
        <p:spPr/>
        <p:txBody>
          <a:bodyPr/>
          <a:lstStyle/>
          <a:p>
            <a:fld id="{C677C7F3-04DB-40A6-BB57-D969CA5344BE}" type="slidenum">
              <a:rPr lang="en-US" smtClean="0"/>
              <a:t>7</a:t>
            </a:fld>
            <a:endParaRPr lang="en-US"/>
          </a:p>
        </p:txBody>
      </p:sp>
    </p:spTree>
    <p:extLst>
      <p:ext uri="{BB962C8B-B14F-4D97-AF65-F5344CB8AC3E}">
        <p14:creationId xmlns:p14="http://schemas.microsoft.com/office/powerpoint/2010/main" val="2038274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77913" y="625475"/>
            <a:ext cx="4986337" cy="2805113"/>
          </a:xfrm>
        </p:spPr>
      </p:sp>
      <p:sp>
        <p:nvSpPr>
          <p:cNvPr id="3" name="Notes Placeholder 2"/>
          <p:cNvSpPr>
            <a:spLocks noGrp="1"/>
          </p:cNvSpPr>
          <p:nvPr>
            <p:ph type="body" idx="1"/>
          </p:nvPr>
        </p:nvSpPr>
        <p:spPr/>
        <p:txBody>
          <a:bodyPr/>
          <a:lstStyle/>
          <a:p>
            <a:r>
              <a:rPr lang="en-US" b="1" i="1" dirty="0">
                <a:highlight>
                  <a:srgbClr val="FFFF00"/>
                </a:highlight>
              </a:rPr>
              <a:t>Facilitator Note</a:t>
            </a:r>
            <a:r>
              <a:rPr lang="en-US" i="1" dirty="0">
                <a:highlight>
                  <a:srgbClr val="FFFF00"/>
                </a:highlight>
              </a:rPr>
              <a:t>:  For timing - Slides 12-15 can be hidden; refer participants to their materials for further explanation of the principles</a:t>
            </a:r>
          </a:p>
          <a:p>
            <a:endParaRPr lang="en-US" b="1" i="1" dirty="0"/>
          </a:p>
          <a:p>
            <a:endParaRPr lang="en-US" b="1" i="1" dirty="0"/>
          </a:p>
          <a:p>
            <a:r>
              <a:rPr lang="en-US" b="1" i="1" dirty="0"/>
              <a:t>We Value Each Member Of Our Team And All Their Good Work</a:t>
            </a:r>
            <a:endParaRPr lang="en-US" b="1" dirty="0"/>
          </a:p>
          <a:p>
            <a:pPr marL="175937" indent="-175937">
              <a:buFont typeface="Arial" panose="020B0604020202020204" pitchFamily="34" charset="0"/>
              <a:buChar char="•"/>
            </a:pPr>
            <a:r>
              <a:rPr lang="en-US" dirty="0"/>
              <a:t>We know that the quality of the patient experience is driven by the personal compassion, competence and commitment our team members deliver every day.</a:t>
            </a:r>
          </a:p>
          <a:p>
            <a:pPr marL="175937" indent="-175937">
              <a:buFont typeface="Arial" panose="020B0604020202020204" pitchFamily="34" charset="0"/>
              <a:buChar char="•"/>
            </a:pPr>
            <a:r>
              <a:rPr lang="en-US" dirty="0"/>
              <a:t>We are committed to treating everyone with dignity and respect.</a:t>
            </a:r>
          </a:p>
          <a:p>
            <a:pPr marL="175937" indent="-175937">
              <a:buFont typeface="Arial" panose="020B0604020202020204" pitchFamily="34" charset="0"/>
              <a:buChar char="•"/>
            </a:pPr>
            <a:r>
              <a:rPr lang="en-US" dirty="0"/>
              <a:t>We work hard to attract and retain the best talent by offering rewarding, long-term careers, providing attractive advancement opportunities and investing in continuing education and training.</a:t>
            </a:r>
          </a:p>
          <a:p>
            <a:pPr marL="175937" indent="-175937">
              <a:buFont typeface="Arial" panose="020B0604020202020204" pitchFamily="34" charset="0"/>
              <a:buChar char="•"/>
            </a:pPr>
            <a:r>
              <a:rPr lang="en-US" dirty="0"/>
              <a:t>We believe in encouraging a collaborative approach among our staff because we all share the goal of providing superior quality patient care and support to families and loved ones.</a:t>
            </a:r>
          </a:p>
          <a:p>
            <a:pPr marL="175937" indent="-175937">
              <a:buFont typeface="Arial" panose="020B0604020202020204" pitchFamily="34" charset="0"/>
              <a:buChar char="•"/>
            </a:pPr>
            <a:endParaRPr lang="en-US" dirty="0"/>
          </a:p>
          <a:p>
            <a:r>
              <a:rPr lang="en-US" b="1" dirty="0"/>
              <a:t>ASK</a:t>
            </a:r>
            <a:r>
              <a:rPr lang="en-US" b="0" dirty="0"/>
              <a:t> </a:t>
            </a:r>
            <a:r>
              <a:rPr lang="en-US" dirty="0"/>
              <a:t>How is the mission supported by this principle?</a:t>
            </a:r>
          </a:p>
        </p:txBody>
      </p:sp>
      <p:sp>
        <p:nvSpPr>
          <p:cNvPr id="5" name="Header Placeholder 4"/>
          <p:cNvSpPr>
            <a:spLocks noGrp="1"/>
          </p:cNvSpPr>
          <p:nvPr>
            <p:ph type="hdr" sz="quarter" idx="11"/>
          </p:nvPr>
        </p:nvSpPr>
        <p:spPr/>
        <p:txBody>
          <a:bodyPr/>
          <a:lstStyle/>
          <a:p>
            <a:r>
              <a:rPr lang="en-US">
                <a:solidFill>
                  <a:prstClr val="black"/>
                </a:solidFill>
              </a:rPr>
              <a:t>Service Excellence Facilitator Guide</a:t>
            </a:r>
            <a:endParaRPr lang="en-US" dirty="0">
              <a:solidFill>
                <a:prstClr val="black"/>
              </a:solidFill>
            </a:endParaRPr>
          </a:p>
        </p:txBody>
      </p:sp>
      <p:sp>
        <p:nvSpPr>
          <p:cNvPr id="6" name="Slide Number Placeholder 5">
            <a:extLst>
              <a:ext uri="{FF2B5EF4-FFF2-40B4-BE49-F238E27FC236}">
                <a16:creationId xmlns:a16="http://schemas.microsoft.com/office/drawing/2014/main" id="{A13CBD9B-7F02-459B-B069-C07C6AC2E9CD}"/>
              </a:ext>
            </a:extLst>
          </p:cNvPr>
          <p:cNvSpPr>
            <a:spLocks noGrp="1"/>
          </p:cNvSpPr>
          <p:nvPr>
            <p:ph type="sldNum" sz="quarter" idx="5"/>
          </p:nvPr>
        </p:nvSpPr>
        <p:spPr/>
        <p:txBody>
          <a:bodyPr/>
          <a:lstStyle/>
          <a:p>
            <a:fld id="{C677C7F3-04DB-40A6-BB57-D969CA5344BE}" type="slidenum">
              <a:rPr lang="en-US" smtClean="0"/>
              <a:t>8</a:t>
            </a:fld>
            <a:endParaRPr lang="en-US"/>
          </a:p>
        </p:txBody>
      </p:sp>
    </p:spTree>
    <p:extLst>
      <p:ext uri="{BB962C8B-B14F-4D97-AF65-F5344CB8AC3E}">
        <p14:creationId xmlns:p14="http://schemas.microsoft.com/office/powerpoint/2010/main" val="2038274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7113" y="625475"/>
            <a:ext cx="4986337" cy="2805113"/>
          </a:xfrm>
        </p:spPr>
      </p:sp>
      <p:sp>
        <p:nvSpPr>
          <p:cNvPr id="3" name="Notes Placeholder 2"/>
          <p:cNvSpPr>
            <a:spLocks noGrp="1"/>
          </p:cNvSpPr>
          <p:nvPr>
            <p:ph type="body" idx="1"/>
          </p:nvPr>
        </p:nvSpPr>
        <p:spPr/>
        <p:txBody>
          <a:bodyPr/>
          <a:lstStyle/>
          <a:p>
            <a:r>
              <a:rPr lang="en-US" b="1" i="1" dirty="0">
                <a:highlight>
                  <a:srgbClr val="FFFF00"/>
                </a:highlight>
              </a:rPr>
              <a:t>Facilitator Note</a:t>
            </a:r>
            <a:r>
              <a:rPr lang="en-US" i="1" dirty="0">
                <a:highlight>
                  <a:srgbClr val="FFFF00"/>
                </a:highlight>
              </a:rPr>
              <a:t>:  For timing - Slides 12-15 can be hidden; refer participants to their materials for further explanation of the principles</a:t>
            </a:r>
          </a:p>
          <a:p>
            <a:endParaRPr lang="en-US" b="1" i="1" dirty="0"/>
          </a:p>
          <a:p>
            <a:endParaRPr lang="en-US" b="1" i="1" dirty="0"/>
          </a:p>
          <a:p>
            <a:r>
              <a:rPr lang="en-US" b="1" i="1" dirty="0"/>
              <a:t>We Are Committed To Being A Highly Ethical Healthcare Provider</a:t>
            </a:r>
            <a:endParaRPr lang="en-US" b="1" dirty="0"/>
          </a:p>
          <a:p>
            <a:pPr marL="175937" indent="-175937">
              <a:buFont typeface="Arial" panose="020B0604020202020204" pitchFamily="34" charset="0"/>
              <a:buChar char="•"/>
            </a:pPr>
            <a:r>
              <a:rPr lang="en-US" dirty="0"/>
              <a:t>We set higher ethical standards for ourselves because caring for our patients is a sacred trust.</a:t>
            </a:r>
          </a:p>
          <a:p>
            <a:pPr marL="175937" indent="-175937">
              <a:buFont typeface="Arial" panose="020B0604020202020204" pitchFamily="34" charset="0"/>
              <a:buChar char="•"/>
            </a:pPr>
            <a:r>
              <a:rPr lang="en-US" dirty="0"/>
              <a:t>We are committed to fostering a culture of accountability at all levels.</a:t>
            </a:r>
          </a:p>
          <a:p>
            <a:pPr marL="175937" indent="-175937">
              <a:buFont typeface="Arial" panose="020B0604020202020204" pitchFamily="34" charset="0"/>
              <a:buChar char="•"/>
            </a:pPr>
            <a:r>
              <a:rPr lang="en-US" dirty="0"/>
              <a:t>We encourage our employees to report anything they believe could be out of compliance with our values and we provide protected ways for them to do that.</a:t>
            </a:r>
          </a:p>
          <a:p>
            <a:pPr marL="175937" indent="-175937">
              <a:buFont typeface="Arial" panose="020B0604020202020204" pitchFamily="34" charset="0"/>
              <a:buChar char="•"/>
            </a:pPr>
            <a:r>
              <a:rPr lang="en-US" dirty="0"/>
              <a:t>Our commitment to fairness and integrity extends to everyone with whom we interact and do business.</a:t>
            </a:r>
          </a:p>
          <a:p>
            <a:pPr marL="175937" indent="-175937">
              <a:buFont typeface="Arial" panose="020B0604020202020204" pitchFamily="34" charset="0"/>
              <a:buChar char="•"/>
            </a:pPr>
            <a:endParaRPr lang="en-US" dirty="0"/>
          </a:p>
          <a:p>
            <a:r>
              <a:rPr lang="en-US" b="1" dirty="0"/>
              <a:t>ASK</a:t>
            </a:r>
            <a:r>
              <a:rPr lang="en-US" b="0" dirty="0"/>
              <a:t> </a:t>
            </a:r>
            <a:r>
              <a:rPr lang="en-US" dirty="0"/>
              <a:t>How is the mission supported by this principle?</a:t>
            </a:r>
          </a:p>
        </p:txBody>
      </p:sp>
      <p:sp>
        <p:nvSpPr>
          <p:cNvPr id="5" name="Header Placeholder 4"/>
          <p:cNvSpPr>
            <a:spLocks noGrp="1"/>
          </p:cNvSpPr>
          <p:nvPr>
            <p:ph type="hdr" sz="quarter" idx="11"/>
          </p:nvPr>
        </p:nvSpPr>
        <p:spPr/>
        <p:txBody>
          <a:bodyPr/>
          <a:lstStyle/>
          <a:p>
            <a:r>
              <a:rPr lang="en-US">
                <a:solidFill>
                  <a:prstClr val="black"/>
                </a:solidFill>
              </a:rPr>
              <a:t>Service Excellence Facilitator Guide</a:t>
            </a:r>
            <a:endParaRPr lang="en-US" dirty="0">
              <a:solidFill>
                <a:prstClr val="black"/>
              </a:solidFill>
            </a:endParaRPr>
          </a:p>
        </p:txBody>
      </p:sp>
      <p:sp>
        <p:nvSpPr>
          <p:cNvPr id="6" name="Slide Number Placeholder 5">
            <a:extLst>
              <a:ext uri="{FF2B5EF4-FFF2-40B4-BE49-F238E27FC236}">
                <a16:creationId xmlns:a16="http://schemas.microsoft.com/office/drawing/2014/main" id="{64969F7E-3EDF-4604-94B1-7D5EB4B772C1}"/>
              </a:ext>
            </a:extLst>
          </p:cNvPr>
          <p:cNvSpPr>
            <a:spLocks noGrp="1"/>
          </p:cNvSpPr>
          <p:nvPr>
            <p:ph type="sldNum" sz="quarter" idx="5"/>
          </p:nvPr>
        </p:nvSpPr>
        <p:spPr/>
        <p:txBody>
          <a:bodyPr/>
          <a:lstStyle/>
          <a:p>
            <a:fld id="{C677C7F3-04DB-40A6-BB57-D969CA5344BE}" type="slidenum">
              <a:rPr lang="en-US" smtClean="0"/>
              <a:t>9</a:t>
            </a:fld>
            <a:endParaRPr lang="en-US"/>
          </a:p>
        </p:txBody>
      </p:sp>
    </p:spTree>
    <p:extLst>
      <p:ext uri="{BB962C8B-B14F-4D97-AF65-F5344CB8AC3E}">
        <p14:creationId xmlns:p14="http://schemas.microsoft.com/office/powerpoint/2010/main" val="2038274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i="1" dirty="0">
                <a:highlight>
                  <a:srgbClr val="FFFF00"/>
                </a:highlight>
              </a:rPr>
              <a:t>Facilitator note: This is an overview of the standard; be brief here, will expand in the following slides.  </a:t>
            </a:r>
          </a:p>
          <a:p>
            <a:pPr>
              <a:defRPr/>
            </a:pPr>
            <a:endParaRPr lang="en-US" b="1" dirty="0"/>
          </a:p>
          <a:p>
            <a:pPr>
              <a:defRPr/>
            </a:pPr>
            <a:r>
              <a:rPr lang="en-US" b="1" dirty="0"/>
              <a:t>Treat Everyone As A Guest: Overview Slide</a:t>
            </a:r>
          </a:p>
          <a:p>
            <a:pPr>
              <a:defRPr/>
            </a:pPr>
            <a:endParaRPr lang="en-US" b="1" dirty="0"/>
          </a:p>
          <a:p>
            <a:pPr>
              <a:defRPr/>
            </a:pPr>
            <a:r>
              <a:rPr lang="en-US" b="1" dirty="0"/>
              <a:t>SAY:  </a:t>
            </a:r>
            <a:r>
              <a:rPr lang="en-US" dirty="0"/>
              <a:t>This slide gives the overview of the first</a:t>
            </a:r>
            <a:r>
              <a:rPr lang="en-US" baseline="0" dirty="0"/>
              <a:t> SE Standard</a:t>
            </a:r>
            <a:r>
              <a:rPr lang="en-US" dirty="0"/>
              <a:t>.    </a:t>
            </a:r>
            <a:endParaRPr lang="en-US" sz="1100" b="1" dirty="0"/>
          </a:p>
          <a:p>
            <a:pPr>
              <a:defRPr/>
            </a:pPr>
            <a:endParaRPr lang="en-US" dirty="0"/>
          </a:p>
          <a:p>
            <a:pPr>
              <a:defRPr/>
            </a:pPr>
            <a:r>
              <a:rPr lang="en-US" dirty="0"/>
              <a:t>The supporting statements are:</a:t>
            </a:r>
            <a:endParaRPr lang="en-US" sz="1100" dirty="0"/>
          </a:p>
          <a:p>
            <a:pPr marL="175955" indent="-175955">
              <a:buFont typeface="Arial" panose="020B0604020202020204" pitchFamily="34" charset="0"/>
              <a:buChar char="•"/>
            </a:pPr>
            <a:r>
              <a:rPr lang="en-US" altLang="en-US" dirty="0"/>
              <a:t>I exceed the needs and expectations of all customers</a:t>
            </a:r>
          </a:p>
          <a:p>
            <a:pPr marL="175955" indent="-175955">
              <a:buFont typeface="Arial" panose="020B0604020202020204" pitchFamily="34" charset="0"/>
              <a:buChar char="•"/>
            </a:pPr>
            <a:r>
              <a:rPr lang="en-US" altLang="en-US" dirty="0"/>
              <a:t>I continually create positive first impressions </a:t>
            </a:r>
          </a:p>
          <a:p>
            <a:pPr marL="175955" indent="-175955">
              <a:buFont typeface="Arial" panose="020B0604020202020204" pitchFamily="34" charset="0"/>
              <a:buChar char="•"/>
            </a:pPr>
            <a:r>
              <a:rPr lang="en-US" altLang="en-US" dirty="0"/>
              <a:t>I keep promises to earn trust</a:t>
            </a:r>
          </a:p>
          <a:p>
            <a:pPr marL="175955" indent="-175955">
              <a:buFont typeface="Arial" panose="020B0604020202020204" pitchFamily="34" charset="0"/>
              <a:buChar char="•"/>
            </a:pPr>
            <a:r>
              <a:rPr lang="en-US" altLang="en-US" dirty="0"/>
              <a:t>I display service recovery skills without blaming</a:t>
            </a:r>
          </a:p>
          <a:p>
            <a:pPr>
              <a:defRPr/>
            </a:pPr>
            <a:r>
              <a:rPr lang="en-US" dirty="0"/>
              <a:t> </a:t>
            </a:r>
            <a:endParaRPr lang="en-US" sz="1100" b="1" dirty="0"/>
          </a:p>
          <a:p>
            <a:pPr>
              <a:defRPr/>
            </a:pPr>
            <a:r>
              <a:rPr lang="en-US" b="1" dirty="0"/>
              <a:t>SAY:</a:t>
            </a:r>
            <a:r>
              <a:rPr lang="en-US" dirty="0"/>
              <a:t>  Let’s look at each of these supporting statements in more detail.</a:t>
            </a:r>
          </a:p>
          <a:p>
            <a:pPr>
              <a:defRPr/>
            </a:pPr>
            <a:endParaRPr lang="en-US" altLang="en-US" dirty="0"/>
          </a:p>
          <a:p>
            <a:pPr>
              <a:defRPr/>
            </a:pPr>
            <a:r>
              <a:rPr lang="en-US" altLang="en-US" b="1" dirty="0"/>
              <a:t>ASK</a:t>
            </a:r>
            <a:r>
              <a:rPr lang="en-US" altLang="en-US" dirty="0"/>
              <a:t>: What do you notice about</a:t>
            </a:r>
            <a:r>
              <a:rPr lang="en-US" altLang="en-US" baseline="0" dirty="0"/>
              <a:t> the statements. “I statements”</a:t>
            </a:r>
            <a:endParaRPr lang="en-US" altLang="en-US" dirty="0"/>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1A398631-044D-473C-A5FC-76C8501DBB55}"/>
              </a:ext>
            </a:extLst>
          </p:cNvPr>
          <p:cNvSpPr>
            <a:spLocks noGrp="1"/>
          </p:cNvSpPr>
          <p:nvPr>
            <p:ph type="sldNum" sz="quarter" idx="5"/>
          </p:nvPr>
        </p:nvSpPr>
        <p:spPr/>
        <p:txBody>
          <a:bodyPr/>
          <a:lstStyle/>
          <a:p>
            <a:fld id="{C677C7F3-04DB-40A6-BB57-D969CA5344BE}" type="slidenum">
              <a:rPr lang="en-US" smtClean="0"/>
              <a:t>10</a:t>
            </a:fld>
            <a:endParaRPr lang="en-US"/>
          </a:p>
        </p:txBody>
      </p:sp>
    </p:spTree>
    <p:extLst>
      <p:ext uri="{BB962C8B-B14F-4D97-AF65-F5344CB8AC3E}">
        <p14:creationId xmlns:p14="http://schemas.microsoft.com/office/powerpoint/2010/main" val="160506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Treat Everyone As a Guest - Service Recovery Behaviors</a:t>
            </a:r>
          </a:p>
          <a:p>
            <a:endParaRPr lang="en-US" altLang="en-US" b="1" dirty="0"/>
          </a:p>
          <a:p>
            <a:r>
              <a:rPr lang="en-US" altLang="en-US" b="1" dirty="0"/>
              <a:t>SAY:  </a:t>
            </a:r>
            <a:r>
              <a:rPr lang="en-US" altLang="en-US" dirty="0"/>
              <a:t>This list contains behaviors that are effective in Service Recovery situations. </a:t>
            </a:r>
          </a:p>
          <a:p>
            <a:r>
              <a:rPr lang="en-US" altLang="en-US" b="1" dirty="0"/>
              <a:t>ASK:  </a:t>
            </a:r>
            <a:r>
              <a:rPr lang="en-US" altLang="en-US" dirty="0"/>
              <a:t>Someone take one and tell us why that behavior is important.</a:t>
            </a:r>
          </a:p>
          <a:p>
            <a:endParaRPr lang="en-US" altLang="en-US" dirty="0"/>
          </a:p>
          <a:p>
            <a:r>
              <a:rPr lang="en-US" altLang="en-US" dirty="0"/>
              <a:t>Allow for several participants to respond and discuss each one.  </a:t>
            </a:r>
          </a:p>
          <a:p>
            <a:endParaRPr lang="en-US" altLang="en-US" dirty="0"/>
          </a:p>
          <a:p>
            <a:r>
              <a:rPr lang="en-US" altLang="en-US" dirty="0"/>
              <a:t>Some discussion points are below: </a:t>
            </a:r>
          </a:p>
          <a:p>
            <a:r>
              <a:rPr lang="en-US" altLang="en-US" dirty="0"/>
              <a:t>Apologize</a:t>
            </a:r>
          </a:p>
          <a:p>
            <a:r>
              <a:rPr lang="en-US" altLang="en-US" i="1" dirty="0"/>
              <a:t>It doesn’t matter who was at fault.  Customers want someone to acknowledge that a problem occurred and to show concern over their disappointment. Never blame another person or department for the mistake.  Remember, to the customer you are UHS.  Trying to shift blame will only frustrate the customer and diminish his/her trust in our organization. </a:t>
            </a:r>
            <a:endParaRPr lang="en-US" altLang="en-US" dirty="0"/>
          </a:p>
          <a:p>
            <a:r>
              <a:rPr lang="en-US" altLang="en-US" i="1" dirty="0"/>
              <a:t> </a:t>
            </a:r>
            <a:endParaRPr lang="en-US" altLang="en-US" dirty="0"/>
          </a:p>
          <a:p>
            <a:r>
              <a:rPr lang="en-US" altLang="en-US" dirty="0"/>
              <a:t>Listen </a:t>
            </a:r>
          </a:p>
          <a:p>
            <a:r>
              <a:rPr lang="en-US" altLang="en-US" i="1" dirty="0"/>
              <a:t>The reason for listening is always the same – to better communicate with the customer, to uncover his or her needs, and to provide the customer with a solution that at minimum meets his or her expectations. We must listen to understand their point of view.  (Platinum Rule)</a:t>
            </a:r>
            <a:endParaRPr lang="en-US" altLang="en-US" dirty="0"/>
          </a:p>
          <a:p>
            <a:r>
              <a:rPr lang="en-US" altLang="en-US" i="1" dirty="0"/>
              <a:t> </a:t>
            </a:r>
            <a:endParaRPr lang="en-US" altLang="en-US" dirty="0"/>
          </a:p>
          <a:p>
            <a:r>
              <a:rPr lang="en-US" altLang="en-US" dirty="0"/>
              <a:t>Empathize</a:t>
            </a:r>
            <a:r>
              <a:rPr lang="en-US" altLang="en-US" i="1" dirty="0"/>
              <a:t> </a:t>
            </a:r>
          </a:p>
          <a:p>
            <a:r>
              <a:rPr lang="en-US" altLang="en-US" i="1" dirty="0"/>
              <a:t>Treat your customers in a way that shows you care about them as well as about their problem.  Say, “I understand how you must feel,” or, “I can see why you are upset.”  This acknowledges the personal side of the transaction and lets the customer know you are concerned.</a:t>
            </a:r>
            <a:endParaRPr lang="en-US" altLang="en-US" dirty="0"/>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846FBE34-7F3D-4DC4-93FC-A068D70F0451}"/>
              </a:ext>
            </a:extLst>
          </p:cNvPr>
          <p:cNvSpPr>
            <a:spLocks noGrp="1"/>
          </p:cNvSpPr>
          <p:nvPr>
            <p:ph type="sldNum" sz="quarter" idx="5"/>
          </p:nvPr>
        </p:nvSpPr>
        <p:spPr/>
        <p:txBody>
          <a:bodyPr/>
          <a:lstStyle/>
          <a:p>
            <a:fld id="{C677C7F3-04DB-40A6-BB57-D969CA5344BE}" type="slidenum">
              <a:rPr lang="en-US" smtClean="0"/>
              <a:t>11</a:t>
            </a:fld>
            <a:endParaRPr lang="en-US"/>
          </a:p>
        </p:txBody>
      </p:sp>
    </p:spTree>
    <p:extLst>
      <p:ext uri="{BB962C8B-B14F-4D97-AF65-F5344CB8AC3E}">
        <p14:creationId xmlns:p14="http://schemas.microsoft.com/office/powerpoint/2010/main" val="2059566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i="1" dirty="0">
                <a:highlight>
                  <a:srgbClr val="FFFF00"/>
                </a:highlight>
              </a:rPr>
              <a:t>Facilitator note: This is an overview of the standard; be brief here, will expand in the following slides.  </a:t>
            </a:r>
          </a:p>
          <a:p>
            <a:pPr>
              <a:defRPr/>
            </a:pPr>
            <a:endParaRPr lang="en-US" altLang="en-US" b="1" dirty="0"/>
          </a:p>
          <a:p>
            <a:pPr>
              <a:defRPr/>
            </a:pPr>
            <a:r>
              <a:rPr lang="en-US" altLang="en-US" b="1" dirty="0"/>
              <a:t>Demonstrate Professionalism and Excellence</a:t>
            </a:r>
            <a:r>
              <a:rPr lang="en-US" b="1" dirty="0"/>
              <a:t>: Overview Slide</a:t>
            </a:r>
          </a:p>
          <a:p>
            <a:pPr>
              <a:defRPr/>
            </a:pPr>
            <a:endParaRPr lang="en-US" b="1" dirty="0"/>
          </a:p>
          <a:p>
            <a:r>
              <a:rPr lang="en-US" altLang="en-US" dirty="0"/>
              <a:t>This is the introductory slide and supporting statements.  </a:t>
            </a:r>
          </a:p>
          <a:p>
            <a:endParaRPr lang="en-US" altLang="en-US" dirty="0"/>
          </a:p>
          <a:p>
            <a:r>
              <a:rPr lang="en-US" altLang="en-US" dirty="0"/>
              <a:t>You can elect to summarize the information or to have someone read without elaboration depending on your time.</a:t>
            </a:r>
            <a:endParaRPr lang="en-US" altLang="en-US" b="1" dirty="0"/>
          </a:p>
          <a:p>
            <a:endParaRPr lang="en-US" altLang="en-US" b="1" dirty="0"/>
          </a:p>
          <a:p>
            <a:r>
              <a:rPr lang="en-US" altLang="en-US" dirty="0"/>
              <a:t>We’ll look at each of these supporting statements in more detail…</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529C62C1-9C65-41D4-B009-3D909E8DB5C9}"/>
              </a:ext>
            </a:extLst>
          </p:cNvPr>
          <p:cNvSpPr>
            <a:spLocks noGrp="1"/>
          </p:cNvSpPr>
          <p:nvPr>
            <p:ph type="sldNum" sz="quarter" idx="5"/>
          </p:nvPr>
        </p:nvSpPr>
        <p:spPr/>
        <p:txBody>
          <a:bodyPr/>
          <a:lstStyle/>
          <a:p>
            <a:fld id="{C677C7F3-04DB-40A6-BB57-D969CA5344BE}" type="slidenum">
              <a:rPr lang="en-US" smtClean="0"/>
              <a:t>12</a:t>
            </a:fld>
            <a:endParaRPr lang="en-US"/>
          </a:p>
        </p:txBody>
      </p:sp>
    </p:spTree>
    <p:extLst>
      <p:ext uri="{BB962C8B-B14F-4D97-AF65-F5344CB8AC3E}">
        <p14:creationId xmlns:p14="http://schemas.microsoft.com/office/powerpoint/2010/main" val="20587856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Demonstrate Professionalism and Excellence – Looks, Speech</a:t>
            </a:r>
            <a:r>
              <a:rPr lang="en-US" altLang="en-US" b="1" baseline="0" dirty="0"/>
              <a:t> and Actions</a:t>
            </a:r>
            <a:endParaRPr lang="en-US" altLang="en-US" b="1" dirty="0"/>
          </a:p>
          <a:p>
            <a:endParaRPr lang="en-US" altLang="en-US" dirty="0"/>
          </a:p>
          <a:p>
            <a:r>
              <a:rPr lang="en-US" altLang="en-US" dirty="0"/>
              <a:t>Refer to our values -- three I’s: Intensity, Integrity, and Intelligence – and how they are reinforced throughout the workshop. </a:t>
            </a:r>
          </a:p>
          <a:p>
            <a:endParaRPr lang="en-US" altLang="en-US" dirty="0"/>
          </a:p>
          <a:p>
            <a:r>
              <a:rPr lang="en-US" altLang="en-US" b="1" dirty="0"/>
              <a:t>ASK</a:t>
            </a:r>
            <a:r>
              <a:rPr lang="en-US" altLang="en-US" dirty="0"/>
              <a:t>:  How can my looks, actions and words demonstrate professionalism?</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062B7A56-57B7-4118-8AA6-53FBD9211077}"/>
              </a:ext>
            </a:extLst>
          </p:cNvPr>
          <p:cNvSpPr>
            <a:spLocks noGrp="1"/>
          </p:cNvSpPr>
          <p:nvPr>
            <p:ph type="sldNum" sz="quarter" idx="5"/>
          </p:nvPr>
        </p:nvSpPr>
        <p:spPr/>
        <p:txBody>
          <a:bodyPr/>
          <a:lstStyle/>
          <a:p>
            <a:fld id="{C677C7F3-04DB-40A6-BB57-D969CA5344BE}" type="slidenum">
              <a:rPr lang="en-US" smtClean="0"/>
              <a:t>13</a:t>
            </a:fld>
            <a:endParaRPr lang="en-US"/>
          </a:p>
        </p:txBody>
      </p:sp>
    </p:spTree>
    <p:extLst>
      <p:ext uri="{BB962C8B-B14F-4D97-AF65-F5344CB8AC3E}">
        <p14:creationId xmlns:p14="http://schemas.microsoft.com/office/powerpoint/2010/main" val="13703700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ltLang="en-US" b="1" dirty="0"/>
              <a:t>Demonstrate Professionalism and Excellence - Take Ownership</a:t>
            </a:r>
          </a:p>
          <a:p>
            <a:pPr>
              <a:defRPr/>
            </a:pPr>
            <a:endParaRPr lang="en-US" dirty="0"/>
          </a:p>
          <a:p>
            <a:pPr>
              <a:defRPr/>
            </a:pPr>
            <a:r>
              <a:rPr lang="en-US" b="1" dirty="0"/>
              <a:t>SAY:</a:t>
            </a:r>
            <a:r>
              <a:rPr lang="en-US" dirty="0"/>
              <a:t> Another part of taking personal responsibility has to do with taking ownership of a customer request. As a world class service provider, the buck stops with you. </a:t>
            </a:r>
          </a:p>
          <a:p>
            <a:pPr marL="175935" indent="-175935">
              <a:buFont typeface="Arial" panose="020B0604020202020204" pitchFamily="34" charset="0"/>
              <a:buChar char="•"/>
              <a:defRPr/>
            </a:pPr>
            <a:r>
              <a:rPr lang="en-US" dirty="0"/>
              <a:t>The moment a customer contacts you with a need, either in person or by telephone, you own the request – even if you need to pass it on to someone else. </a:t>
            </a:r>
          </a:p>
          <a:p>
            <a:pPr marL="175935" indent="-175935">
              <a:buFont typeface="Arial" panose="020B0604020202020204" pitchFamily="34" charset="0"/>
              <a:buChar char="•"/>
              <a:defRPr/>
            </a:pPr>
            <a:r>
              <a:rPr lang="en-US" dirty="0"/>
              <a:t>Don’t shift the blame to others. This only decreases your credibility and frustrates the customer. By saying things like, “I don’t know why they always do this,” or “that department doesn’t give us the information” you communicate to the customer there is a breakdown in teamwork in your organization. </a:t>
            </a:r>
          </a:p>
          <a:p>
            <a:pPr marL="175935" indent="-175935">
              <a:buFont typeface="Arial" panose="020B0604020202020204" pitchFamily="34" charset="0"/>
              <a:buChar char="•"/>
              <a:defRPr/>
            </a:pPr>
            <a:r>
              <a:rPr lang="en-US" dirty="0"/>
              <a:t>Stay focused on the solution, not on the cause. Because you are the customer’s point of contact, s/he will look to you for resolution or satisfaction. </a:t>
            </a:r>
          </a:p>
          <a:p>
            <a:pPr marL="175935" indent="-175935">
              <a:buFont typeface="Arial" panose="020B0604020202020204" pitchFamily="34" charset="0"/>
              <a:buChar char="•"/>
              <a:defRPr/>
            </a:pPr>
            <a:r>
              <a:rPr lang="en-US" dirty="0"/>
              <a:t>Make a personal commitment to exceed customer expectations for every request or transaction, and hold yourself personally accountable for results.</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8C3DEB25-30AD-4EE5-8D07-709F79AE5266}"/>
              </a:ext>
            </a:extLst>
          </p:cNvPr>
          <p:cNvSpPr>
            <a:spLocks noGrp="1"/>
          </p:cNvSpPr>
          <p:nvPr>
            <p:ph type="sldNum" sz="quarter" idx="5"/>
          </p:nvPr>
        </p:nvSpPr>
        <p:spPr/>
        <p:txBody>
          <a:bodyPr/>
          <a:lstStyle/>
          <a:p>
            <a:fld id="{C677C7F3-04DB-40A6-BB57-D969CA5344BE}" type="slidenum">
              <a:rPr lang="en-US" smtClean="0"/>
              <a:t>14</a:t>
            </a:fld>
            <a:endParaRPr lang="en-US"/>
          </a:p>
        </p:txBody>
      </p:sp>
    </p:spTree>
    <p:extLst>
      <p:ext uri="{BB962C8B-B14F-4D97-AF65-F5344CB8AC3E}">
        <p14:creationId xmlns:p14="http://schemas.microsoft.com/office/powerpoint/2010/main" val="3743465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ltLang="en-US" b="1" dirty="0"/>
              <a:t>Demonstrate Professionalism and Excellence - Demonstrate Accountability</a:t>
            </a:r>
          </a:p>
          <a:p>
            <a:pPr>
              <a:defRPr/>
            </a:pPr>
            <a:endParaRPr lang="en-US" dirty="0"/>
          </a:p>
          <a:p>
            <a:pPr>
              <a:defRPr/>
            </a:pPr>
            <a:r>
              <a:rPr lang="en-US" dirty="0"/>
              <a:t>Corporate Citizenship – </a:t>
            </a:r>
          </a:p>
          <a:p>
            <a:pPr>
              <a:defRPr/>
            </a:pPr>
            <a:r>
              <a:rPr lang="en-US" dirty="0"/>
              <a:t>Definition of Corporate Citizenship – leading by participation</a:t>
            </a:r>
            <a:endParaRPr lang="en-US" b="1" dirty="0"/>
          </a:p>
          <a:p>
            <a:pPr>
              <a:defRPr/>
            </a:pPr>
            <a:r>
              <a:rPr lang="en-US" dirty="0"/>
              <a:t>With citizenship comes rights and responsibilities:  </a:t>
            </a:r>
          </a:p>
          <a:p>
            <a:pPr marL="175935" indent="-175935">
              <a:buFont typeface="Arial" panose="020B0604020202020204" pitchFamily="34" charset="0"/>
              <a:buChar char="•"/>
              <a:defRPr/>
            </a:pPr>
            <a:r>
              <a:rPr lang="en-US" dirty="0"/>
              <a:t>I hold myself accountable</a:t>
            </a:r>
            <a:br>
              <a:rPr lang="en-US" dirty="0"/>
            </a:br>
            <a:r>
              <a:rPr lang="en-US" dirty="0"/>
              <a:t>One of our core values is Integrity.  Do the right thing for the right reason – regardless of whether or not someone is watching.  Internalize the values of the organization.</a:t>
            </a:r>
          </a:p>
          <a:p>
            <a:pPr marL="175935" indent="-175935">
              <a:buFont typeface="Arial" panose="020B0604020202020204" pitchFamily="34" charset="0"/>
              <a:buChar char="•"/>
              <a:defRPr/>
            </a:pPr>
            <a:r>
              <a:rPr lang="en-US" dirty="0"/>
              <a:t>I am a positive role model</a:t>
            </a:r>
            <a:br>
              <a:rPr lang="en-US" dirty="0"/>
            </a:br>
            <a:r>
              <a:rPr lang="en-US" dirty="0"/>
              <a:t>You are serving as a role model for someone else on the team, regardless of your title or position. Show them how to do it right.  Demonstrate your Intensity.</a:t>
            </a:r>
          </a:p>
          <a:p>
            <a:pPr marL="175935" indent="-175935">
              <a:buFont typeface="Arial" panose="020B0604020202020204" pitchFamily="34" charset="0"/>
              <a:buChar char="•"/>
              <a:defRPr/>
            </a:pPr>
            <a:r>
              <a:rPr lang="en-US" dirty="0"/>
              <a:t>I am a leader</a:t>
            </a:r>
            <a:br>
              <a:rPr lang="en-US" dirty="0"/>
            </a:br>
            <a:r>
              <a:rPr lang="en-US" dirty="0"/>
              <a:t>Leaders show the way. You don’t need to have manager or supervisor in your title to demonstrate the role of a leader.  We each have qualities (or talents) that can help the organization succeed – regardless of where in the organization you serve.  </a:t>
            </a:r>
          </a:p>
          <a:p>
            <a:pPr>
              <a:defRPr/>
            </a:pPr>
            <a:r>
              <a:rPr lang="en-US" dirty="0"/>
              <a:t> </a:t>
            </a:r>
          </a:p>
          <a:p>
            <a:pPr eaLnBrk="1" hangingPunct="1">
              <a:spcBef>
                <a:spcPct val="0"/>
              </a:spcBef>
              <a:defRPr/>
            </a:pPr>
            <a:r>
              <a:rPr lang="en-US" altLang="en-US" dirty="0"/>
              <a:t>Let’s look at some examples of characteristics of effective leaders.</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7ADF0074-AAF1-44BE-A6D2-56B970B9D672}"/>
              </a:ext>
            </a:extLst>
          </p:cNvPr>
          <p:cNvSpPr>
            <a:spLocks noGrp="1"/>
          </p:cNvSpPr>
          <p:nvPr>
            <p:ph type="sldNum" sz="quarter" idx="5"/>
          </p:nvPr>
        </p:nvSpPr>
        <p:spPr/>
        <p:txBody>
          <a:bodyPr/>
          <a:lstStyle/>
          <a:p>
            <a:fld id="{C677C7F3-04DB-40A6-BB57-D969CA5344BE}" type="slidenum">
              <a:rPr lang="en-US" smtClean="0"/>
              <a:t>15</a:t>
            </a:fld>
            <a:endParaRPr lang="en-US"/>
          </a:p>
        </p:txBody>
      </p:sp>
    </p:spTree>
    <p:extLst>
      <p:ext uri="{BB962C8B-B14F-4D97-AF65-F5344CB8AC3E}">
        <p14:creationId xmlns:p14="http://schemas.microsoft.com/office/powerpoint/2010/main" val="4290569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i="1" dirty="0">
                <a:highlight>
                  <a:srgbClr val="FFFF00"/>
                </a:highlight>
              </a:rPr>
              <a:t>Facilitator note: This is an overview of the standard; be brief here, will expand in the following slides.  </a:t>
            </a:r>
          </a:p>
          <a:p>
            <a:pPr>
              <a:defRPr/>
            </a:pPr>
            <a:endParaRPr lang="en-US" altLang="en-US" b="1" dirty="0"/>
          </a:p>
          <a:p>
            <a:pPr>
              <a:defRPr/>
            </a:pPr>
            <a:r>
              <a:rPr lang="en-US" altLang="en-US" b="1" dirty="0"/>
              <a:t>Practice Teamwork</a:t>
            </a:r>
            <a:r>
              <a:rPr lang="en-US" b="1" dirty="0"/>
              <a:t>: Overview Slide</a:t>
            </a:r>
          </a:p>
          <a:p>
            <a:pPr>
              <a:defRPr/>
            </a:pPr>
            <a:endParaRPr lang="en-US" b="1" dirty="0"/>
          </a:p>
          <a:p>
            <a:r>
              <a:rPr lang="en-US" altLang="en-US" dirty="0"/>
              <a:t>You can elect to summarize the information or to have someone read without elaboration depending on your time.</a:t>
            </a:r>
            <a:endParaRPr lang="en-US" altLang="en-US" b="1" dirty="0"/>
          </a:p>
          <a:p>
            <a:endParaRPr lang="en-US" altLang="en-US" b="1" dirty="0"/>
          </a:p>
          <a:p>
            <a:r>
              <a:rPr lang="en-US" altLang="en-US" dirty="0"/>
              <a:t>We’ll look at each of these supporting statements in more detail…</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68541FD2-B11A-4763-8CCF-76DC62ABC340}"/>
              </a:ext>
            </a:extLst>
          </p:cNvPr>
          <p:cNvSpPr>
            <a:spLocks noGrp="1"/>
          </p:cNvSpPr>
          <p:nvPr>
            <p:ph type="sldNum" sz="quarter" idx="5"/>
          </p:nvPr>
        </p:nvSpPr>
        <p:spPr/>
        <p:txBody>
          <a:bodyPr/>
          <a:lstStyle/>
          <a:p>
            <a:fld id="{C677C7F3-04DB-40A6-BB57-D969CA5344BE}" type="slidenum">
              <a:rPr lang="en-US" smtClean="0"/>
              <a:t>16</a:t>
            </a:fld>
            <a:endParaRPr lang="en-US"/>
          </a:p>
        </p:txBody>
      </p:sp>
    </p:spTree>
    <p:extLst>
      <p:ext uri="{BB962C8B-B14F-4D97-AF65-F5344CB8AC3E}">
        <p14:creationId xmlns:p14="http://schemas.microsoft.com/office/powerpoint/2010/main" val="1751508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Practice Teamwork – Participate in Process Improvement</a:t>
            </a:r>
          </a:p>
          <a:p>
            <a:endParaRPr lang="en-US" altLang="en-US" dirty="0"/>
          </a:p>
          <a:p>
            <a:r>
              <a:rPr lang="en-US" altLang="en-US" dirty="0"/>
              <a:t>I participate in decision-making and process improvement, regardless of my role in the organization.  </a:t>
            </a:r>
            <a:r>
              <a:rPr lang="en-US" altLang="en-US" i="1" dirty="0"/>
              <a:t>Service is most effective when we serve others with the same mission and goal.</a:t>
            </a:r>
            <a:endParaRPr lang="en-US" altLang="en-US" dirty="0"/>
          </a:p>
          <a:p>
            <a:r>
              <a:rPr lang="en-US" altLang="en-US" dirty="0"/>
              <a:t> </a:t>
            </a:r>
          </a:p>
          <a:p>
            <a:r>
              <a:rPr lang="en-US" altLang="en-US" b="1" dirty="0"/>
              <a:t>ASK: What are the most important words that clarify this basic statement?</a:t>
            </a:r>
            <a:endParaRPr lang="en-US" altLang="en-US" dirty="0"/>
          </a:p>
          <a:p>
            <a:r>
              <a:rPr lang="en-US" altLang="en-US" i="1" dirty="0"/>
              <a:t>Listen to all responses until you get to the words “same mission and goal.” Go back and reinforce our mission, values, and culture of Service Excellence. They are the same for everyone, no matter where they work and what they do. You can refer to acute hospitals, behavioral hospitals and treatment facilities, addiction</a:t>
            </a:r>
            <a:r>
              <a:rPr lang="en-US" altLang="en-US" i="1" baseline="0" dirty="0"/>
              <a:t> services, e</a:t>
            </a:r>
            <a:r>
              <a:rPr lang="en-US" altLang="en-US" i="1" dirty="0"/>
              <a:t>ducational programs, physician offices and the corporate office.  Indicate that they all deliver Service Excellence workshops, and expect all their employees to uphold the same culture, mission, principles, and values.</a:t>
            </a:r>
          </a:p>
          <a:p>
            <a:endParaRPr lang="en-US" altLang="en-US" i="1" dirty="0"/>
          </a:p>
          <a:p>
            <a:r>
              <a:rPr lang="en-US" altLang="en-US" i="1" dirty="0"/>
              <a:t>Facilitator Note:  Be certain to elaborate on how any employee at your facility can be involved in process improvement and decision making.  </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DB547191-2EC7-432D-89E3-01F1A2C4D8CF}"/>
              </a:ext>
            </a:extLst>
          </p:cNvPr>
          <p:cNvSpPr>
            <a:spLocks noGrp="1"/>
          </p:cNvSpPr>
          <p:nvPr>
            <p:ph type="sldNum" sz="quarter" idx="5"/>
          </p:nvPr>
        </p:nvSpPr>
        <p:spPr/>
        <p:txBody>
          <a:bodyPr/>
          <a:lstStyle/>
          <a:p>
            <a:fld id="{C677C7F3-04DB-40A6-BB57-D969CA5344BE}" type="slidenum">
              <a:rPr lang="en-US" smtClean="0"/>
              <a:t>17</a:t>
            </a:fld>
            <a:endParaRPr lang="en-US"/>
          </a:p>
        </p:txBody>
      </p:sp>
    </p:spTree>
    <p:extLst>
      <p:ext uri="{BB962C8B-B14F-4D97-AF65-F5344CB8AC3E}">
        <p14:creationId xmlns:p14="http://schemas.microsoft.com/office/powerpoint/2010/main" val="17246077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Practice Teamwork – Communicate Effectively</a:t>
            </a:r>
          </a:p>
          <a:p>
            <a:endParaRPr lang="en-US" altLang="en-US" dirty="0"/>
          </a:p>
          <a:p>
            <a:r>
              <a:rPr lang="en-US" altLang="en-US" dirty="0"/>
              <a:t>Make Communication More Effective</a:t>
            </a:r>
          </a:p>
          <a:p>
            <a:r>
              <a:rPr lang="en-US" altLang="en-US" dirty="0"/>
              <a:t> </a:t>
            </a:r>
          </a:p>
          <a:p>
            <a:r>
              <a:rPr lang="en-US" altLang="en-US" b="1" dirty="0"/>
              <a:t>ASK: </a:t>
            </a:r>
            <a:r>
              <a:rPr lang="en-US" altLang="en-US" dirty="0"/>
              <a:t>Why is communication so important? </a:t>
            </a:r>
          </a:p>
          <a:p>
            <a:pPr lvl="1"/>
            <a:r>
              <a:rPr lang="en-US" altLang="en-US" i="1" dirty="0"/>
              <a:t>Listen for responses.  </a:t>
            </a:r>
          </a:p>
          <a:p>
            <a:pPr lvl="1"/>
            <a:r>
              <a:rPr lang="en-US" altLang="en-US" i="1" dirty="0"/>
              <a:t>Uncover customer wants and needs </a:t>
            </a:r>
          </a:p>
          <a:p>
            <a:pPr lvl="1"/>
            <a:r>
              <a:rPr lang="en-US" altLang="en-US" i="1" dirty="0"/>
              <a:t>Prevent misunderstandings and errors </a:t>
            </a:r>
          </a:p>
          <a:p>
            <a:pPr lvl="1"/>
            <a:r>
              <a:rPr lang="en-US" altLang="en-US" i="1" dirty="0"/>
              <a:t>Discover ways to improve the service you provide </a:t>
            </a:r>
          </a:p>
          <a:p>
            <a:pPr lvl="1"/>
            <a:r>
              <a:rPr lang="en-US" altLang="en-US" dirty="0"/>
              <a:t> </a:t>
            </a:r>
          </a:p>
          <a:p>
            <a:r>
              <a:rPr lang="en-US" altLang="en-US" b="1" dirty="0"/>
              <a:t>ASK: </a:t>
            </a:r>
            <a:r>
              <a:rPr lang="en-US" altLang="en-US" dirty="0"/>
              <a:t>Why is communication so difficult? </a:t>
            </a:r>
          </a:p>
          <a:p>
            <a:pPr lvl="1"/>
            <a:r>
              <a:rPr lang="en-US" altLang="en-US" i="1" dirty="0"/>
              <a:t>Listen for responses such as:</a:t>
            </a:r>
          </a:p>
          <a:p>
            <a:pPr lvl="1"/>
            <a:r>
              <a:rPr lang="en-US" altLang="en-US" i="1" dirty="0"/>
              <a:t>People don’t listen</a:t>
            </a:r>
          </a:p>
          <a:p>
            <a:pPr lvl="1"/>
            <a:r>
              <a:rPr lang="en-US" altLang="en-US" i="1" dirty="0"/>
              <a:t>People often don’t say what they mean or mean what they say</a:t>
            </a:r>
          </a:p>
          <a:p>
            <a:pPr lvl="1"/>
            <a:r>
              <a:rPr lang="en-US" altLang="en-US" i="1" dirty="0"/>
              <a:t>People assume or guess at what the customer really wants instead of finding out exactly what the customer expects, how he or she wants it, how long the customer may have to wait, etc.</a:t>
            </a:r>
          </a:p>
          <a:p>
            <a:pPr lvl="1"/>
            <a:r>
              <a:rPr lang="en-US" altLang="en-US" i="1" dirty="0"/>
              <a:t>Certain words or phrases can create negative images – people get angry and stop communicating</a:t>
            </a:r>
          </a:p>
          <a:p>
            <a:pPr lvl="1"/>
            <a:r>
              <a:rPr lang="en-US" altLang="en-US" i="1" dirty="0"/>
              <a:t>Non-Verbal Communication issues/distractions – comfort zones, eye contact, noise, too much technology, daydreaming</a:t>
            </a:r>
          </a:p>
          <a:p>
            <a:pPr lvl="1"/>
            <a:r>
              <a:rPr lang="en-US" altLang="en-US" i="1" dirty="0"/>
              <a:t>Tone of voice may send a different message than intended</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46CD6245-BF2A-4197-9850-87BE07383C05}"/>
              </a:ext>
            </a:extLst>
          </p:cNvPr>
          <p:cNvSpPr>
            <a:spLocks noGrp="1"/>
          </p:cNvSpPr>
          <p:nvPr>
            <p:ph type="sldNum" sz="quarter" idx="5"/>
          </p:nvPr>
        </p:nvSpPr>
        <p:spPr/>
        <p:txBody>
          <a:bodyPr/>
          <a:lstStyle/>
          <a:p>
            <a:fld id="{C677C7F3-04DB-40A6-BB57-D969CA5344BE}" type="slidenum">
              <a:rPr lang="en-US" smtClean="0"/>
              <a:t>18</a:t>
            </a:fld>
            <a:endParaRPr lang="en-US"/>
          </a:p>
        </p:txBody>
      </p:sp>
    </p:spTree>
    <p:extLst>
      <p:ext uri="{BB962C8B-B14F-4D97-AF65-F5344CB8AC3E}">
        <p14:creationId xmlns:p14="http://schemas.microsoft.com/office/powerpoint/2010/main" val="1423080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Their Perception of Care</a:t>
            </a:r>
          </a:p>
          <a:p>
            <a:endParaRPr lang="en-US" altLang="en-US" b="1" dirty="0"/>
          </a:p>
          <a:p>
            <a:r>
              <a:rPr lang="en-US" altLang="en-US" b="1" dirty="0"/>
              <a:t>SAY: </a:t>
            </a:r>
            <a:r>
              <a:rPr lang="en-US" altLang="en-US" b="0" dirty="0"/>
              <a:t> How the patient perceives</a:t>
            </a:r>
            <a:r>
              <a:rPr lang="en-US" altLang="en-US" b="0" baseline="0" dirty="0"/>
              <a:t> their care impacts a number of things.  Some of them are:</a:t>
            </a:r>
          </a:p>
          <a:p>
            <a:pPr marL="175930" indent="-175930">
              <a:buFontTx/>
              <a:buChar char="-"/>
            </a:pPr>
            <a:r>
              <a:rPr lang="en-US" altLang="en-US" b="0" baseline="0" dirty="0"/>
              <a:t>How the community perceives us as a treatment provider</a:t>
            </a:r>
          </a:p>
          <a:p>
            <a:pPr marL="175930" indent="-175930">
              <a:buFontTx/>
              <a:buChar char="-"/>
            </a:pPr>
            <a:r>
              <a:rPr lang="en-US" altLang="en-US" b="0" baseline="0" dirty="0"/>
              <a:t>Our hospital’s reputation in the referral/physician community</a:t>
            </a:r>
          </a:p>
          <a:p>
            <a:endParaRPr lang="en-US" altLang="en-US" b="0" baseline="0" dirty="0"/>
          </a:p>
          <a:p>
            <a:r>
              <a:rPr lang="en-US" altLang="en-US" b="0" baseline="0" dirty="0"/>
              <a:t>And the patients’ experience impacts you and I as staff members by:</a:t>
            </a:r>
          </a:p>
          <a:p>
            <a:pPr marL="175930" indent="-175930">
              <a:buFontTx/>
              <a:buChar char="-"/>
            </a:pPr>
            <a:r>
              <a:rPr lang="en-US" altLang="en-US" dirty="0"/>
              <a:t>Decreasing the anxiety level of the patients and their family members</a:t>
            </a:r>
          </a:p>
          <a:p>
            <a:pPr marL="175930" indent="-175930">
              <a:buFontTx/>
              <a:buChar char="-"/>
            </a:pPr>
            <a:r>
              <a:rPr lang="en-US" altLang="en-US" b="0" baseline="0" dirty="0"/>
              <a:t>Reducing complaints and the time/energy associated with resolving them</a:t>
            </a:r>
          </a:p>
          <a:p>
            <a:pPr marL="175930" indent="-175930">
              <a:buFontTx/>
              <a:buChar char="-"/>
            </a:pPr>
            <a:r>
              <a:rPr lang="en-US" altLang="en-US" b="0" baseline="0" dirty="0"/>
              <a:t>Increasing reimbursement by delivering on our promises and seeing enhanced p</a:t>
            </a:r>
            <a:r>
              <a:rPr lang="en-US" altLang="en-US" dirty="0"/>
              <a:t>atient loyalty – which is a combination of Trust, Reputation and Likelihood to return to the facility.  </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072A4594-9DAF-45DF-92DA-36804F201AAE}"/>
              </a:ext>
            </a:extLst>
          </p:cNvPr>
          <p:cNvSpPr>
            <a:spLocks noGrp="1"/>
          </p:cNvSpPr>
          <p:nvPr>
            <p:ph type="sldNum" sz="quarter" idx="5"/>
          </p:nvPr>
        </p:nvSpPr>
        <p:spPr/>
        <p:txBody>
          <a:bodyPr/>
          <a:lstStyle/>
          <a:p>
            <a:fld id="{C677C7F3-04DB-40A6-BB57-D969CA5344BE}" type="slidenum">
              <a:rPr lang="en-US" smtClean="0"/>
              <a:t>19</a:t>
            </a:fld>
            <a:endParaRPr lang="en-US"/>
          </a:p>
        </p:txBody>
      </p:sp>
    </p:spTree>
    <p:extLst>
      <p:ext uri="{BB962C8B-B14F-4D97-AF65-F5344CB8AC3E}">
        <p14:creationId xmlns:p14="http://schemas.microsoft.com/office/powerpoint/2010/main" val="500090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i="1" dirty="0">
                <a:highlight>
                  <a:srgbClr val="FFFF00"/>
                </a:highlight>
              </a:rPr>
              <a:t>Facilitator Note:  This slide for Acute Division Hospitals Only; All others, hide slide</a:t>
            </a:r>
          </a:p>
          <a:p>
            <a:endParaRPr lang="en-US" altLang="en-US" dirty="0"/>
          </a:p>
          <a:p>
            <a:r>
              <a:rPr lang="en-US" altLang="en-US" b="1" i="1" dirty="0"/>
              <a:t>HCAHPS</a:t>
            </a:r>
          </a:p>
          <a:p>
            <a:endParaRPr lang="en-US" altLang="en-US" b="1" i="1" dirty="0"/>
          </a:p>
          <a:p>
            <a:r>
              <a:rPr lang="en-US" altLang="en-US" b="1" dirty="0"/>
              <a:t>How is it measured?</a:t>
            </a:r>
          </a:p>
          <a:p>
            <a:endParaRPr lang="en-US" altLang="en-US" b="1" dirty="0"/>
          </a:p>
          <a:p>
            <a:r>
              <a:rPr lang="en-US" altLang="en-US" b="1" dirty="0"/>
              <a:t>SAY: </a:t>
            </a:r>
            <a:r>
              <a:rPr lang="en-US" altLang="en-US" dirty="0"/>
              <a:t>In an Acute Care</a:t>
            </a:r>
            <a:r>
              <a:rPr lang="en-US" altLang="en-US" baseline="0" dirty="0"/>
              <a:t> hospital, the Patient Experience is measured by HCAHPS.  </a:t>
            </a:r>
            <a:endParaRPr lang="en-US" altLang="en-US" dirty="0"/>
          </a:p>
          <a:p>
            <a:endParaRPr lang="en-US" altLang="en-US" dirty="0"/>
          </a:p>
          <a:p>
            <a:r>
              <a:rPr lang="en-US" altLang="en-US" dirty="0"/>
              <a:t>What is HCAHPS?</a:t>
            </a:r>
            <a:r>
              <a:rPr lang="en-US" altLang="en-US" b="1" dirty="0"/>
              <a:t> – </a:t>
            </a:r>
            <a:r>
              <a:rPr lang="en-US" altLang="en-US" dirty="0"/>
              <a:t>It is the acronym for Hospital Consumer Assessment of Healthcare Providers and Systems</a:t>
            </a:r>
          </a:p>
          <a:p>
            <a:endParaRPr lang="en-US" altLang="en-US" dirty="0"/>
          </a:p>
          <a:p>
            <a:r>
              <a:rPr lang="en-US" altLang="en-US" b="1" dirty="0"/>
              <a:t>ASK:</a:t>
            </a:r>
            <a:r>
              <a:rPr lang="en-US" altLang="en-US" dirty="0"/>
              <a:t>  Who has heard of HCAHPS? What do you know about it?</a:t>
            </a:r>
          </a:p>
          <a:p>
            <a:r>
              <a:rPr lang="en-US" altLang="en-US" b="1" dirty="0"/>
              <a:t>	</a:t>
            </a:r>
            <a:r>
              <a:rPr lang="en-US" altLang="en-US" dirty="0"/>
              <a:t>Lead brief discussion to assess knowledge level of participants</a:t>
            </a:r>
          </a:p>
          <a:p>
            <a:endParaRPr lang="en-US" altLang="en-US" b="1" dirty="0"/>
          </a:p>
          <a:p>
            <a:pPr defTabSz="938293">
              <a:tabLst>
                <a:tab pos="293216" algn="l"/>
              </a:tabLst>
            </a:pPr>
            <a:r>
              <a:rPr lang="en-US" altLang="en-US" dirty="0"/>
              <a:t>The HCAHPS survey provides data about the Patient Experience.  It is all about the patient’s perception of the care they received while they were at the hospital.</a:t>
            </a:r>
            <a:endParaRPr lang="en-US" altLang="en-US" b="1" dirty="0"/>
          </a:p>
          <a:p>
            <a:pPr defTabSz="938293">
              <a:tabLst>
                <a:tab pos="293216" algn="l"/>
              </a:tabLst>
            </a:pPr>
            <a:endParaRPr lang="en-US" altLang="en-US" b="1" dirty="0"/>
          </a:p>
          <a:p>
            <a:pPr defTabSz="938293">
              <a:tabLst>
                <a:tab pos="293216" algn="l"/>
              </a:tabLst>
            </a:pPr>
            <a:r>
              <a:rPr lang="en-US" altLang="en-US" b="1" dirty="0"/>
              <a:t>Provide</a:t>
            </a:r>
            <a:r>
              <a:rPr lang="en-US" altLang="en-US" b="0" baseline="0" dirty="0"/>
              <a:t> a brief explanation about HCAHPS and it’s importance.  Be careful to make the distinction that the goal is providing positive patient experiences.  </a:t>
            </a:r>
          </a:p>
          <a:p>
            <a:pPr defTabSz="938293">
              <a:tabLst>
                <a:tab pos="293216" algn="l"/>
              </a:tabLst>
            </a:pPr>
            <a:endParaRPr lang="en-US" altLang="en-US" b="0" baseline="0" dirty="0"/>
          </a:p>
          <a:p>
            <a:pPr defTabSz="938293">
              <a:tabLst>
                <a:tab pos="293216" algn="l"/>
              </a:tabLst>
            </a:pPr>
            <a:r>
              <a:rPr lang="en-US" altLang="en-US" b="0" baseline="0" dirty="0"/>
              <a:t>(The goal is </a:t>
            </a:r>
            <a:r>
              <a:rPr lang="en-US" altLang="en-US" b="0" i="1" baseline="0" dirty="0"/>
              <a:t>not</a:t>
            </a:r>
            <a:r>
              <a:rPr lang="en-US" altLang="en-US" b="0" i="0" baseline="0" dirty="0"/>
              <a:t> the HCAHPS score.)  </a:t>
            </a:r>
            <a:endParaRPr lang="en-US" altLang="en-US" dirty="0"/>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C03910AC-8FB6-4158-9FAD-8DE9263FA1C6}"/>
              </a:ext>
            </a:extLst>
          </p:cNvPr>
          <p:cNvSpPr>
            <a:spLocks noGrp="1"/>
          </p:cNvSpPr>
          <p:nvPr>
            <p:ph type="sldNum" sz="quarter" idx="5"/>
          </p:nvPr>
        </p:nvSpPr>
        <p:spPr/>
        <p:txBody>
          <a:bodyPr/>
          <a:lstStyle/>
          <a:p>
            <a:fld id="{C677C7F3-04DB-40A6-BB57-D969CA5344BE}" type="slidenum">
              <a:rPr lang="en-US" smtClean="0"/>
              <a:t>20</a:t>
            </a:fld>
            <a:endParaRPr lang="en-US"/>
          </a:p>
        </p:txBody>
      </p:sp>
    </p:spTree>
    <p:extLst>
      <p:ext uri="{BB962C8B-B14F-4D97-AF65-F5344CB8AC3E}">
        <p14:creationId xmlns:p14="http://schemas.microsoft.com/office/powerpoint/2010/main" val="35256564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8293">
              <a:tabLst>
                <a:tab pos="293216" algn="l"/>
              </a:tabLst>
            </a:pPr>
            <a:endParaRPr lang="en-US" altLang="en-US" b="1" i="1" dirty="0"/>
          </a:p>
          <a:p>
            <a:pPr defTabSz="938293">
              <a:tabLst>
                <a:tab pos="293216" algn="l"/>
              </a:tabLst>
            </a:pPr>
            <a:r>
              <a:rPr lang="en-US" altLang="en-US" b="1" i="1" dirty="0">
                <a:highlight>
                  <a:srgbClr val="FFFF00"/>
                </a:highlight>
              </a:rPr>
              <a:t>Facilitator Note:  </a:t>
            </a:r>
            <a:r>
              <a:rPr lang="en-US" altLang="en-US" i="1" dirty="0">
                <a:highlight>
                  <a:srgbClr val="FFFF00"/>
                </a:highlight>
              </a:rPr>
              <a:t>This slide for Acute Division Hospitals Only; All others, hide slide</a:t>
            </a:r>
          </a:p>
          <a:p>
            <a:pPr defTabSz="938293">
              <a:tabLst>
                <a:tab pos="293216" algn="l"/>
              </a:tabLst>
            </a:pPr>
            <a:endParaRPr lang="en-US" altLang="en-US" b="1" i="1" dirty="0"/>
          </a:p>
          <a:p>
            <a:r>
              <a:rPr lang="en-US" altLang="en-US" b="1" i="1" dirty="0">
                <a:highlight>
                  <a:srgbClr val="FFFF00"/>
                </a:highlight>
              </a:rPr>
              <a:t>Facilitator Note:  </a:t>
            </a:r>
            <a:r>
              <a:rPr lang="en-US" altLang="en-US" i="1" dirty="0">
                <a:highlight>
                  <a:srgbClr val="FFFF00"/>
                </a:highlight>
              </a:rPr>
              <a:t>Acute Division hospitals may elaborate on HCAHPS results and initiatives as appropriate.</a:t>
            </a:r>
          </a:p>
          <a:p>
            <a:endParaRPr lang="en-US" altLang="en-US" b="1" i="1" dirty="0"/>
          </a:p>
          <a:p>
            <a:r>
              <a:rPr lang="en-US" altLang="en-US" b="1" dirty="0"/>
              <a:t>The Patient’s Perception</a:t>
            </a:r>
          </a:p>
          <a:p>
            <a:endParaRPr lang="en-US" altLang="en-US" b="1" dirty="0"/>
          </a:p>
          <a:p>
            <a:r>
              <a:rPr lang="en-US" altLang="en-US" b="1" dirty="0"/>
              <a:t>SAY:</a:t>
            </a:r>
            <a:r>
              <a:rPr lang="en-US" altLang="en-US" b="1" baseline="0" dirty="0"/>
              <a:t> </a:t>
            </a:r>
            <a:r>
              <a:rPr lang="en-US" altLang="en-US" b="0" baseline="0" dirty="0"/>
              <a:t> The patient’s perception of their care is what drives how they rate their experience.  The HCAHPS survey asks about </a:t>
            </a:r>
            <a:r>
              <a:rPr lang="en-US" altLang="en-US" b="0" i="1" baseline="0" dirty="0"/>
              <a:t>how </a:t>
            </a:r>
            <a:r>
              <a:rPr lang="en-US" altLang="en-US" b="0" i="0" baseline="0" dirty="0"/>
              <a:t>we did at creating a positive patient experience.  </a:t>
            </a:r>
          </a:p>
          <a:p>
            <a:endParaRPr lang="en-US" altLang="en-US" b="0" i="0" baseline="0" dirty="0"/>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85625655-C7F7-4158-94C8-7F72FB92ED31}"/>
              </a:ext>
            </a:extLst>
          </p:cNvPr>
          <p:cNvSpPr>
            <a:spLocks noGrp="1"/>
          </p:cNvSpPr>
          <p:nvPr>
            <p:ph type="sldNum" sz="quarter" idx="5"/>
          </p:nvPr>
        </p:nvSpPr>
        <p:spPr/>
        <p:txBody>
          <a:bodyPr/>
          <a:lstStyle/>
          <a:p>
            <a:fld id="{C677C7F3-04DB-40A6-BB57-D969CA5344BE}" type="slidenum">
              <a:rPr lang="en-US" smtClean="0"/>
              <a:t>21</a:t>
            </a:fld>
            <a:endParaRPr lang="en-US"/>
          </a:p>
        </p:txBody>
      </p:sp>
    </p:spTree>
    <p:extLst>
      <p:ext uri="{BB962C8B-B14F-4D97-AF65-F5344CB8AC3E}">
        <p14:creationId xmlns:p14="http://schemas.microsoft.com/office/powerpoint/2010/main" val="3063362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Service Excellence Culture</a:t>
            </a:r>
          </a:p>
          <a:p>
            <a:endParaRPr lang="en-US" altLang="en-US" b="1" dirty="0"/>
          </a:p>
          <a:p>
            <a:r>
              <a:rPr lang="en-US" altLang="en-US" b="1" dirty="0"/>
              <a:t>SAY: </a:t>
            </a:r>
            <a:r>
              <a:rPr lang="en-US" altLang="en-US" dirty="0"/>
              <a:t>The Patient</a:t>
            </a:r>
            <a:r>
              <a:rPr lang="en-US" altLang="en-US" baseline="0" dirty="0"/>
              <a:t> Experience is shaped by all of us coming together as a team and </a:t>
            </a:r>
            <a:r>
              <a:rPr lang="en-US" altLang="en-US" i="1" baseline="0" dirty="0"/>
              <a:t>always</a:t>
            </a:r>
            <a:r>
              <a:rPr lang="en-US" altLang="en-US" i="0" baseline="0" dirty="0"/>
              <a:t>  providing excellence in everything that we do</a:t>
            </a:r>
            <a:r>
              <a:rPr lang="en-US" altLang="en-US" baseline="0" dirty="0"/>
              <a:t>.</a:t>
            </a:r>
          </a:p>
          <a:p>
            <a:endParaRPr lang="en-US" altLang="en-US" dirty="0"/>
          </a:p>
          <a:p>
            <a:r>
              <a:rPr lang="en-US" altLang="en-US" dirty="0"/>
              <a:t>Every customer,</a:t>
            </a:r>
            <a:r>
              <a:rPr lang="en-US" altLang="en-US" baseline="0" dirty="0"/>
              <a:t> every time, every interaction, every shift – excellence.</a:t>
            </a:r>
          </a:p>
          <a:p>
            <a:endParaRPr lang="en-US" altLang="en-US" baseline="0" dirty="0"/>
          </a:p>
          <a:p>
            <a:r>
              <a:rPr lang="en-US" altLang="en-US" i="1" dirty="0"/>
              <a:t>For Acute Division Hospitals:</a:t>
            </a:r>
            <a:r>
              <a:rPr lang="en-US" altLang="en-US" i="1" baseline="0" dirty="0"/>
              <a:t>  </a:t>
            </a:r>
            <a:r>
              <a:rPr lang="en-US" altLang="en-US" i="1" dirty="0"/>
              <a:t>Always is what the HCAHPS survey measures – the</a:t>
            </a:r>
            <a:r>
              <a:rPr lang="en-US" altLang="en-US" i="1" baseline="0" dirty="0"/>
              <a:t> statistics provided indicate the percentage of time that the patient responded</a:t>
            </a:r>
            <a:r>
              <a:rPr lang="en-US" altLang="en-US" i="1" dirty="0"/>
              <a:t> “always” to the question asked.</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F056FD7D-69C4-45C2-A987-B54922121653}"/>
              </a:ext>
            </a:extLst>
          </p:cNvPr>
          <p:cNvSpPr>
            <a:spLocks noGrp="1"/>
          </p:cNvSpPr>
          <p:nvPr>
            <p:ph type="sldNum" sz="quarter" idx="5"/>
          </p:nvPr>
        </p:nvSpPr>
        <p:spPr/>
        <p:txBody>
          <a:bodyPr/>
          <a:lstStyle/>
          <a:p>
            <a:fld id="{C677C7F3-04DB-40A6-BB57-D969CA5344BE}" type="slidenum">
              <a:rPr lang="en-US" smtClean="0"/>
              <a:t>22</a:t>
            </a:fld>
            <a:endParaRPr lang="en-US"/>
          </a:p>
        </p:txBody>
      </p:sp>
    </p:spTree>
    <p:extLst>
      <p:ext uri="{BB962C8B-B14F-4D97-AF65-F5344CB8AC3E}">
        <p14:creationId xmlns:p14="http://schemas.microsoft.com/office/powerpoint/2010/main" val="1043036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Service Excellence in Your Role</a:t>
            </a:r>
          </a:p>
          <a:p>
            <a:endParaRPr lang="en-US" altLang="en-US" b="1" dirty="0"/>
          </a:p>
          <a:p>
            <a:r>
              <a:rPr lang="en-US" altLang="en-US" b="1" dirty="0"/>
              <a:t>SAY:  </a:t>
            </a:r>
            <a:r>
              <a:rPr lang="en-US" altLang="en-US" b="0" dirty="0"/>
              <a:t>We’ve looked at the Big Picture of UHS.  We’ve defined Service Excellence and explained the importance</a:t>
            </a:r>
            <a:r>
              <a:rPr lang="en-US" altLang="en-US" b="0" baseline="0" dirty="0"/>
              <a:t> of each of the Standards.</a:t>
            </a:r>
          </a:p>
          <a:p>
            <a:r>
              <a:rPr lang="en-US" altLang="en-US" b="0" baseline="0" dirty="0"/>
              <a:t>Now it’s time to apply </a:t>
            </a:r>
            <a:r>
              <a:rPr lang="en-US" altLang="en-US" dirty="0"/>
              <a:t>Service Excellence in your role.  </a:t>
            </a:r>
          </a:p>
          <a:p>
            <a:r>
              <a:rPr lang="en-US" altLang="en-US" dirty="0"/>
              <a:t>How will you put it into action?  </a:t>
            </a:r>
          </a:p>
          <a:p>
            <a:r>
              <a:rPr lang="en-US" altLang="en-US" dirty="0"/>
              <a:t>How will you take it from concepts and words to behaviors?  </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7661CDC9-FDFD-4790-9400-E8399B269122}"/>
              </a:ext>
            </a:extLst>
          </p:cNvPr>
          <p:cNvSpPr>
            <a:spLocks noGrp="1"/>
          </p:cNvSpPr>
          <p:nvPr>
            <p:ph type="sldNum" sz="quarter" idx="5"/>
          </p:nvPr>
        </p:nvSpPr>
        <p:spPr/>
        <p:txBody>
          <a:bodyPr/>
          <a:lstStyle/>
          <a:p>
            <a:fld id="{C677C7F3-04DB-40A6-BB57-D969CA5344BE}" type="slidenum">
              <a:rPr lang="en-US" smtClean="0"/>
              <a:t>23</a:t>
            </a:fld>
            <a:endParaRPr lang="en-US"/>
          </a:p>
        </p:txBody>
      </p:sp>
    </p:spTree>
    <p:extLst>
      <p:ext uri="{BB962C8B-B14F-4D97-AF65-F5344CB8AC3E}">
        <p14:creationId xmlns:p14="http://schemas.microsoft.com/office/powerpoint/2010/main" val="37689864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Treat Everyone as a Guest – Behaviors</a:t>
            </a:r>
          </a:p>
          <a:p>
            <a:endParaRPr lang="en-US" altLang="en-US" i="1" dirty="0"/>
          </a:p>
          <a:p>
            <a:r>
              <a:rPr lang="en-US" altLang="en-US" i="1" dirty="0"/>
              <a:t>This slide builds.  Initially just show the slide title, then after the team has discussed what they have on their poster, reveal the two specific behaviors.</a:t>
            </a:r>
          </a:p>
          <a:p>
            <a:endParaRPr lang="en-US" altLang="en-US" dirty="0"/>
          </a:p>
          <a:p>
            <a:r>
              <a:rPr lang="en-US" altLang="en-US" dirty="0"/>
              <a:t>After the team has shared their responses, display the two corporate-wide behaviors </a:t>
            </a:r>
          </a:p>
          <a:p>
            <a:pPr marL="177572" indent="-177572">
              <a:buFont typeface="Arial" panose="020B0604020202020204" pitchFamily="34" charset="0"/>
              <a:buChar char="•"/>
            </a:pPr>
            <a:r>
              <a:rPr lang="en-US" altLang="en-US" dirty="0"/>
              <a:t>I will always say “Please” and “Thank You” when interacting with any customer.</a:t>
            </a:r>
          </a:p>
          <a:p>
            <a:pPr marL="651098" lvl="1" indent="-177572">
              <a:buFont typeface="Arial" panose="020B0604020202020204" pitchFamily="34" charset="0"/>
              <a:buChar char="•"/>
            </a:pPr>
            <a:r>
              <a:rPr lang="en-US" altLang="en-US" dirty="0"/>
              <a:t>Please and thank you are never contrived – they create positive patient perceptions.  They are words that convey courtesy.  They shouldn’t feel forced or contrived.  It’s the intent, not the actual words said.</a:t>
            </a:r>
          </a:p>
          <a:p>
            <a:pPr marL="473525" lvl="1"/>
            <a:endParaRPr lang="en-US" altLang="en-US" dirty="0"/>
          </a:p>
          <a:p>
            <a:pPr marL="177572" indent="-177572" defTabSz="947051">
              <a:buFont typeface="Arial" panose="020B0604020202020204" pitchFamily="34" charset="0"/>
              <a:buChar char="•"/>
              <a:defRPr/>
            </a:pPr>
            <a:r>
              <a:rPr lang="en-US" altLang="en-US" dirty="0"/>
              <a:t>I will greet guests with eye contact and a smile each time I pass someone.</a:t>
            </a:r>
          </a:p>
          <a:p>
            <a:pPr marL="651098" lvl="1" indent="-177572">
              <a:buFont typeface="Arial" panose="020B0604020202020204" pitchFamily="34" charset="0"/>
              <a:buChar char="•"/>
            </a:pPr>
            <a:r>
              <a:rPr lang="en-US" altLang="en-US" dirty="0"/>
              <a:t>Regardless of their preferred language, our non-verbal behavior of eye contact and a smile will create a positive impression with the customer.</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DE7B13BD-E033-409F-8DC5-4E0629573F71}"/>
              </a:ext>
            </a:extLst>
          </p:cNvPr>
          <p:cNvSpPr>
            <a:spLocks noGrp="1"/>
          </p:cNvSpPr>
          <p:nvPr>
            <p:ph type="sldNum" sz="quarter" idx="5"/>
          </p:nvPr>
        </p:nvSpPr>
        <p:spPr/>
        <p:txBody>
          <a:bodyPr/>
          <a:lstStyle/>
          <a:p>
            <a:fld id="{C677C7F3-04DB-40A6-BB57-D969CA5344BE}" type="slidenum">
              <a:rPr lang="en-US" smtClean="0"/>
              <a:t>24</a:t>
            </a:fld>
            <a:endParaRPr lang="en-US"/>
          </a:p>
        </p:txBody>
      </p:sp>
    </p:spTree>
    <p:extLst>
      <p:ext uri="{BB962C8B-B14F-4D97-AF65-F5344CB8AC3E}">
        <p14:creationId xmlns:p14="http://schemas.microsoft.com/office/powerpoint/2010/main" val="10535875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Demonstrate Professionalism and Excellence – Behaviors</a:t>
            </a:r>
          </a:p>
          <a:p>
            <a:endParaRPr lang="en-US" altLang="en-US" i="1" dirty="0"/>
          </a:p>
          <a:p>
            <a:r>
              <a:rPr lang="en-US" altLang="en-US" i="1" dirty="0"/>
              <a:t>This slide builds.  Initially just show the slide title, then after the team has discussed what they have on their poster, reveal the two specific behaviors.</a:t>
            </a:r>
          </a:p>
          <a:p>
            <a:endParaRPr lang="en-US" altLang="en-US" dirty="0"/>
          </a:p>
          <a:p>
            <a:pPr marL="177572" indent="-177572">
              <a:buFont typeface="Arial" panose="020B0604020202020204" pitchFamily="34" charset="0"/>
              <a:buChar char="•"/>
            </a:pPr>
            <a:r>
              <a:rPr lang="en-US" altLang="en-US" dirty="0"/>
              <a:t>I will always wear my name badge for identification and courtesy.</a:t>
            </a:r>
          </a:p>
          <a:p>
            <a:pPr marL="651098" lvl="1" indent="-177572">
              <a:buFont typeface="Arial" panose="020B0604020202020204" pitchFamily="34" charset="0"/>
              <a:buChar char="•"/>
            </a:pPr>
            <a:r>
              <a:rPr lang="en-US" altLang="en-US" dirty="0"/>
              <a:t>Wear your name badge above the waist, face forward.</a:t>
            </a:r>
          </a:p>
          <a:p>
            <a:pPr marL="651098" lvl="1" indent="-177572">
              <a:buFont typeface="Arial" panose="020B0604020202020204" pitchFamily="34" charset="0"/>
              <a:buChar char="•"/>
            </a:pPr>
            <a:r>
              <a:rPr lang="en-US" altLang="en-US" dirty="0"/>
              <a:t>Why is this important?  </a:t>
            </a:r>
          </a:p>
          <a:p>
            <a:pPr marL="651098" lvl="1" indent="-177572">
              <a:buFont typeface="Arial" panose="020B0604020202020204" pitchFamily="34" charset="0"/>
              <a:buChar char="•"/>
            </a:pPr>
            <a:r>
              <a:rPr lang="en-US" altLang="en-US" dirty="0"/>
              <a:t>Responses should include courtesy and safety</a:t>
            </a:r>
          </a:p>
          <a:p>
            <a:endParaRPr lang="en-US" altLang="en-US" dirty="0"/>
          </a:p>
          <a:p>
            <a:pPr marL="177572" indent="-177572">
              <a:buFont typeface="Arial" panose="020B0604020202020204" pitchFamily="34" charset="0"/>
              <a:buChar char="•"/>
            </a:pPr>
            <a:r>
              <a:rPr lang="en-US" altLang="en-US" dirty="0"/>
              <a:t>I will use language that is appropriate to the situation and guest.</a:t>
            </a:r>
          </a:p>
          <a:p>
            <a:pPr marL="651098" lvl="1" indent="-177572">
              <a:buFont typeface="Arial" panose="020B0604020202020204" pitchFamily="34" charset="0"/>
              <a:buChar char="•"/>
            </a:pPr>
            <a:r>
              <a:rPr lang="en-US" altLang="en-US" dirty="0"/>
              <a:t>Don’t talk above or below the person’s level.  </a:t>
            </a:r>
          </a:p>
          <a:p>
            <a:pPr marL="651098" lvl="1" indent="-177572">
              <a:buFont typeface="Arial" panose="020B0604020202020204" pitchFamily="34" charset="0"/>
              <a:buChar char="•"/>
            </a:pPr>
            <a:r>
              <a:rPr lang="en-US" altLang="en-US" dirty="0"/>
              <a:t>Don’t use techno-talk or med-talk jargon that they may not understand. This is not just for our customers, but for each other as well. </a:t>
            </a:r>
          </a:p>
          <a:p>
            <a:pPr marL="651098" lvl="1" indent="-177572">
              <a:buFont typeface="Arial" panose="020B0604020202020204" pitchFamily="34" charset="0"/>
              <a:buChar char="•"/>
            </a:pPr>
            <a:r>
              <a:rPr lang="en-US" altLang="en-US" dirty="0"/>
              <a:t>It is important to ensure understanding with each other and to maintain open, clear communication.</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4E67D657-5CB6-4644-9C63-014BA0B0C8A3}"/>
              </a:ext>
            </a:extLst>
          </p:cNvPr>
          <p:cNvSpPr>
            <a:spLocks noGrp="1"/>
          </p:cNvSpPr>
          <p:nvPr>
            <p:ph type="sldNum" sz="quarter" idx="5"/>
          </p:nvPr>
        </p:nvSpPr>
        <p:spPr/>
        <p:txBody>
          <a:bodyPr/>
          <a:lstStyle/>
          <a:p>
            <a:fld id="{C677C7F3-04DB-40A6-BB57-D969CA5344BE}" type="slidenum">
              <a:rPr lang="en-US" smtClean="0"/>
              <a:t>25</a:t>
            </a:fld>
            <a:endParaRPr lang="en-US"/>
          </a:p>
        </p:txBody>
      </p:sp>
    </p:spTree>
    <p:extLst>
      <p:ext uri="{BB962C8B-B14F-4D97-AF65-F5344CB8AC3E}">
        <p14:creationId xmlns:p14="http://schemas.microsoft.com/office/powerpoint/2010/main" val="3418584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Practice Teamwork – Behaviors</a:t>
            </a:r>
          </a:p>
          <a:p>
            <a:endParaRPr lang="en-US" altLang="en-US" i="1" dirty="0"/>
          </a:p>
          <a:p>
            <a:r>
              <a:rPr lang="en-US" altLang="en-US" i="1" dirty="0"/>
              <a:t>This slide builds.  Initially just show the slide title, then after the team has discussed what they have on their poster, reveal the two specific behaviors. </a:t>
            </a:r>
          </a:p>
          <a:p>
            <a:pPr marL="177572" indent="-177572">
              <a:buFont typeface="Arial" panose="020B0604020202020204" pitchFamily="34" charset="0"/>
              <a:buChar char="•"/>
            </a:pPr>
            <a:r>
              <a:rPr lang="en-US" altLang="en-US" dirty="0"/>
              <a:t>I will always end interactions with guests by asking, “Is there anything else I can do for you?”</a:t>
            </a:r>
          </a:p>
          <a:p>
            <a:pPr marL="177572" indent="-177572">
              <a:buFont typeface="Arial" panose="020B0604020202020204" pitchFamily="34" charset="0"/>
              <a:buChar char="•"/>
            </a:pPr>
            <a:endParaRPr lang="en-US" altLang="en-US" dirty="0"/>
          </a:p>
          <a:p>
            <a:pPr marL="177572" indent="-177572">
              <a:buFont typeface="Arial" panose="020B0604020202020204" pitchFamily="34" charset="0"/>
              <a:buChar char="•"/>
            </a:pPr>
            <a:r>
              <a:rPr lang="en-US" altLang="en-US" dirty="0"/>
              <a:t>I will hold myself accountable each day for getting the information I need to do my job.</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C630B3A0-A17A-451B-A30D-B0E5772A23BE}"/>
              </a:ext>
            </a:extLst>
          </p:cNvPr>
          <p:cNvSpPr>
            <a:spLocks noGrp="1"/>
          </p:cNvSpPr>
          <p:nvPr>
            <p:ph type="sldNum" sz="quarter" idx="5"/>
          </p:nvPr>
        </p:nvSpPr>
        <p:spPr/>
        <p:txBody>
          <a:bodyPr/>
          <a:lstStyle/>
          <a:p>
            <a:fld id="{C677C7F3-04DB-40A6-BB57-D969CA5344BE}" type="slidenum">
              <a:rPr lang="en-US" smtClean="0"/>
              <a:t>26</a:t>
            </a:fld>
            <a:endParaRPr lang="en-US"/>
          </a:p>
        </p:txBody>
      </p:sp>
    </p:spTree>
    <p:extLst>
      <p:ext uri="{BB962C8B-B14F-4D97-AF65-F5344CB8AC3E}">
        <p14:creationId xmlns:p14="http://schemas.microsoft.com/office/powerpoint/2010/main" val="2492415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i="1" dirty="0">
                <a:highlight>
                  <a:srgbClr val="FFFF00"/>
                </a:highlight>
              </a:rPr>
              <a:t>Facilitator Note:  </a:t>
            </a:r>
            <a:r>
              <a:rPr lang="en-US" altLang="en-US" b="1" dirty="0">
                <a:highlight>
                  <a:srgbClr val="FFFF00"/>
                </a:highlight>
              </a:rPr>
              <a:t>Individual Action Plan – write</a:t>
            </a:r>
            <a:r>
              <a:rPr lang="en-US" altLang="en-US" b="1" baseline="0" dirty="0">
                <a:highlight>
                  <a:srgbClr val="FFFF00"/>
                </a:highlight>
              </a:rPr>
              <a:t> annual goals in class</a:t>
            </a:r>
            <a:r>
              <a:rPr lang="en-US" altLang="en-US" b="1" dirty="0">
                <a:highlight>
                  <a:srgbClr val="FFFF00"/>
                </a:highlight>
              </a:rPr>
              <a:t>:</a:t>
            </a:r>
          </a:p>
          <a:p>
            <a:r>
              <a:rPr lang="en-US" altLang="en-US" i="1" dirty="0">
                <a:highlight>
                  <a:srgbClr val="FFFF00"/>
                </a:highlight>
              </a:rPr>
              <a:t>There are two options available; choose one option and hide the other slide.</a:t>
            </a:r>
            <a:endParaRPr lang="en-US" altLang="en-US" dirty="0">
              <a:highlight>
                <a:srgbClr val="FFFF00"/>
              </a:highlight>
            </a:endParaRPr>
          </a:p>
          <a:p>
            <a:endParaRPr lang="en-US" altLang="en-US" dirty="0"/>
          </a:p>
          <a:p>
            <a:r>
              <a:rPr lang="en-US" altLang="en-US" b="1" dirty="0"/>
              <a:t>OPTION 2:</a:t>
            </a:r>
          </a:p>
          <a:p>
            <a:r>
              <a:rPr lang="en-US" altLang="en-US" dirty="0"/>
              <a:t>Provide each participant with a blank Service Excellence Personal Action Plan.   </a:t>
            </a:r>
          </a:p>
          <a:p>
            <a:r>
              <a:rPr lang="en-US" altLang="en-US" dirty="0"/>
              <a:t>Have participants write a personal behavior for each Service Excellence standard.</a:t>
            </a:r>
          </a:p>
          <a:p>
            <a:endParaRPr lang="en-US" altLang="en-US" baseline="0" dirty="0"/>
          </a:p>
          <a:p>
            <a:r>
              <a:rPr lang="en-US" altLang="en-US" b="1" baseline="0" dirty="0"/>
              <a:t>SAY:</a:t>
            </a:r>
            <a:r>
              <a:rPr lang="en-US" altLang="en-US" b="0" baseline="0" dirty="0"/>
              <a:t> Please complete your personal Service Excellence Action Plan by adding one behavior to each of the standards.  Discuss your goals with</a:t>
            </a:r>
            <a:r>
              <a:rPr lang="en-US" altLang="en-US" b="0" dirty="0"/>
              <a:t> your manager.</a:t>
            </a:r>
            <a:r>
              <a:rPr lang="en-US" altLang="en-US" b="0" baseline="0" dirty="0"/>
              <a:t>  </a:t>
            </a:r>
            <a:r>
              <a:rPr lang="en-US" altLang="en-US" i="1" dirty="0"/>
              <a:t> </a:t>
            </a:r>
          </a:p>
          <a:p>
            <a:endParaRPr lang="en-US" altLang="en-US" dirty="0"/>
          </a:p>
          <a:p>
            <a:endParaRPr lang="en-US" altLang="en-US" dirty="0"/>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797DA766-F77C-47D5-96F0-2C14979B37DC}"/>
              </a:ext>
            </a:extLst>
          </p:cNvPr>
          <p:cNvSpPr>
            <a:spLocks noGrp="1"/>
          </p:cNvSpPr>
          <p:nvPr>
            <p:ph type="sldNum" sz="quarter" idx="5"/>
          </p:nvPr>
        </p:nvSpPr>
        <p:spPr/>
        <p:txBody>
          <a:bodyPr/>
          <a:lstStyle/>
          <a:p>
            <a:fld id="{C677C7F3-04DB-40A6-BB57-D969CA5344BE}" type="slidenum">
              <a:rPr lang="en-US" smtClean="0"/>
              <a:t>27</a:t>
            </a:fld>
            <a:endParaRPr lang="en-US"/>
          </a:p>
        </p:txBody>
      </p:sp>
    </p:spTree>
    <p:extLst>
      <p:ext uri="{BB962C8B-B14F-4D97-AF65-F5344CB8AC3E}">
        <p14:creationId xmlns:p14="http://schemas.microsoft.com/office/powerpoint/2010/main" val="4024257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i="1" dirty="0">
                <a:highlight>
                  <a:srgbClr val="FFFF00"/>
                </a:highlight>
              </a:rPr>
              <a:t>Facilitator Note: </a:t>
            </a:r>
            <a:r>
              <a:rPr lang="en-US" i="1" dirty="0">
                <a:highlight>
                  <a:srgbClr val="FFFF00"/>
                </a:highlight>
              </a:rPr>
              <a:t>Choose slides 63 &amp; 64 OR slides 65 &amp; 66; hide the other</a:t>
            </a:r>
            <a:endParaRPr lang="en-US" b="1" i="1" dirty="0">
              <a:highlight>
                <a:srgbClr val="FFFF00"/>
              </a:highlight>
            </a:endParaRPr>
          </a:p>
          <a:p>
            <a:pPr>
              <a:defRPr/>
            </a:pPr>
            <a:r>
              <a:rPr lang="en-US" b="1" i="1" dirty="0">
                <a:highlight>
                  <a:srgbClr val="FFFF00"/>
                </a:highlight>
              </a:rPr>
              <a:t>OPTION:  </a:t>
            </a:r>
            <a:r>
              <a:rPr lang="en-US" i="1" dirty="0">
                <a:highlight>
                  <a:srgbClr val="FFFF00"/>
                </a:highlight>
              </a:rPr>
              <a:t>Choose either MOST or SMART and hide the other corresponding slides</a:t>
            </a:r>
          </a:p>
          <a:p>
            <a:pPr>
              <a:defRPr/>
            </a:pPr>
            <a:endParaRPr lang="en-US" b="1" dirty="0"/>
          </a:p>
          <a:p>
            <a:pPr>
              <a:defRPr/>
            </a:pPr>
            <a:r>
              <a:rPr lang="en-US" b="1" dirty="0"/>
              <a:t>Action plan standards - SMART</a:t>
            </a:r>
          </a:p>
          <a:p>
            <a:pPr>
              <a:defRPr/>
            </a:pPr>
            <a:endParaRPr lang="en-US" b="1" dirty="0"/>
          </a:p>
          <a:p>
            <a:pPr>
              <a:defRPr/>
            </a:pPr>
            <a:r>
              <a:rPr lang="en-US" dirty="0"/>
              <a:t>When creating your action plan, you want those goals to be SMART.  That is an acronym for:</a:t>
            </a:r>
          </a:p>
          <a:p>
            <a:pPr marL="177551" indent="-177551">
              <a:buFont typeface="Arial" panose="020B0604020202020204" pitchFamily="34" charset="0"/>
              <a:buChar char="•"/>
              <a:defRPr/>
            </a:pPr>
            <a:r>
              <a:rPr lang="en-US" dirty="0"/>
              <a:t>Specific</a:t>
            </a:r>
          </a:p>
          <a:p>
            <a:pPr marL="177551" indent="-177551">
              <a:buFont typeface="Arial" panose="020B0604020202020204" pitchFamily="34" charset="0"/>
              <a:buChar char="•"/>
              <a:defRPr/>
            </a:pPr>
            <a:r>
              <a:rPr lang="en-US" dirty="0"/>
              <a:t>Measurable</a:t>
            </a:r>
          </a:p>
          <a:p>
            <a:pPr marL="177551" indent="-177551">
              <a:buFont typeface="Arial" panose="020B0604020202020204" pitchFamily="34" charset="0"/>
              <a:buChar char="•"/>
              <a:defRPr/>
            </a:pPr>
            <a:r>
              <a:rPr lang="en-US" dirty="0"/>
              <a:t>Attainable</a:t>
            </a:r>
          </a:p>
          <a:p>
            <a:pPr marL="177551" indent="-177551">
              <a:buFont typeface="Arial" panose="020B0604020202020204" pitchFamily="34" charset="0"/>
              <a:buChar char="•"/>
              <a:defRPr/>
            </a:pPr>
            <a:r>
              <a:rPr lang="en-US" dirty="0"/>
              <a:t>Realistic</a:t>
            </a:r>
          </a:p>
          <a:p>
            <a:pPr marL="177551" indent="-177551">
              <a:buFont typeface="Arial" panose="020B0604020202020204" pitchFamily="34" charset="0"/>
              <a:buChar char="•"/>
              <a:defRPr/>
            </a:pPr>
            <a:r>
              <a:rPr lang="en-US" dirty="0"/>
              <a:t>Time Framed</a:t>
            </a:r>
          </a:p>
          <a:p>
            <a:pPr marL="177551" indent="-177551">
              <a:buFont typeface="Arial" panose="020B0604020202020204" pitchFamily="34" charset="0"/>
              <a:buChar char="•"/>
              <a:defRPr/>
            </a:pPr>
            <a:endParaRPr lang="en-US" dirty="0"/>
          </a:p>
          <a:p>
            <a:pPr>
              <a:defRPr/>
            </a:pPr>
            <a:r>
              <a:rPr lang="en-US" dirty="0"/>
              <a:t>Avoid generalities when creating Action plan goals.  </a:t>
            </a:r>
          </a:p>
          <a:p>
            <a:pPr>
              <a:defRPr/>
            </a:pPr>
            <a:endParaRPr lang="en-US" dirty="0"/>
          </a:p>
          <a:p>
            <a:pPr>
              <a:defRPr/>
            </a:pPr>
            <a:r>
              <a:rPr lang="en-US" dirty="0"/>
              <a:t>Let’s practice.</a:t>
            </a:r>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D61276BC-29FC-446B-9F03-C8A2C6643CA8}"/>
              </a:ext>
            </a:extLst>
          </p:cNvPr>
          <p:cNvSpPr>
            <a:spLocks noGrp="1"/>
          </p:cNvSpPr>
          <p:nvPr>
            <p:ph type="sldNum" sz="quarter" idx="5"/>
          </p:nvPr>
        </p:nvSpPr>
        <p:spPr/>
        <p:txBody>
          <a:bodyPr/>
          <a:lstStyle/>
          <a:p>
            <a:fld id="{C677C7F3-04DB-40A6-BB57-D969CA5344BE}" type="slidenum">
              <a:rPr lang="en-US" smtClean="0"/>
              <a:t>28</a:t>
            </a:fld>
            <a:endParaRPr lang="en-US"/>
          </a:p>
        </p:txBody>
      </p:sp>
    </p:spTree>
    <p:extLst>
      <p:ext uri="{BB962C8B-B14F-4D97-AF65-F5344CB8AC3E}">
        <p14:creationId xmlns:p14="http://schemas.microsoft.com/office/powerpoint/2010/main" val="34134139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i="1" dirty="0">
                <a:highlight>
                  <a:srgbClr val="FFFF00"/>
                </a:highlight>
              </a:rPr>
              <a:t>Facilitator Note:  </a:t>
            </a:r>
            <a:r>
              <a:rPr lang="en-US" altLang="en-US" i="1" dirty="0">
                <a:highlight>
                  <a:srgbClr val="FFFF00"/>
                </a:highlight>
              </a:rPr>
              <a:t>Slides 74 &amp; 75 – Choose One and Hide the Other </a:t>
            </a:r>
          </a:p>
          <a:p>
            <a:r>
              <a:rPr lang="en-US" altLang="en-US" i="1" dirty="0">
                <a:highlight>
                  <a:srgbClr val="FFFF00"/>
                </a:highlight>
              </a:rPr>
              <a:t>74 </a:t>
            </a:r>
            <a:r>
              <a:rPr lang="en-US" altLang="en-US" b="1" dirty="0">
                <a:highlight>
                  <a:srgbClr val="FFFF00"/>
                </a:highlight>
              </a:rPr>
              <a:t>references 40% of Annual Performance Evaluation based on SE</a:t>
            </a:r>
          </a:p>
          <a:p>
            <a:r>
              <a:rPr lang="en-US" altLang="en-US" b="1" i="1" dirty="0">
                <a:highlight>
                  <a:srgbClr val="FFFF00"/>
                </a:highlight>
              </a:rPr>
              <a:t>75 does not reference the 40%</a:t>
            </a:r>
            <a:endParaRPr lang="en-US" altLang="en-US" b="1" dirty="0">
              <a:highlight>
                <a:srgbClr val="FFFF00"/>
              </a:highlight>
            </a:endParaRPr>
          </a:p>
          <a:p>
            <a:endParaRPr lang="en-US" altLang="en-US" i="1" dirty="0"/>
          </a:p>
          <a:p>
            <a:endParaRPr lang="en-US" altLang="en-US" b="1" dirty="0"/>
          </a:p>
          <a:p>
            <a:r>
              <a:rPr lang="en-US" altLang="en-US" b="1" dirty="0"/>
              <a:t>Next Steps</a:t>
            </a:r>
          </a:p>
          <a:p>
            <a:endParaRPr lang="en-US" altLang="en-US" b="0" dirty="0"/>
          </a:p>
          <a:p>
            <a:r>
              <a:rPr lang="en-US" altLang="en-US" b="0" dirty="0"/>
              <a:t>Remind participants of</a:t>
            </a:r>
            <a:r>
              <a:rPr lang="en-US" altLang="en-US" b="0" baseline="0" dirty="0"/>
              <a:t> their responsibility to provide superior quality healthcare services</a:t>
            </a:r>
          </a:p>
          <a:p>
            <a:endParaRPr lang="en-US" altLang="en-US" b="0" baseline="0" dirty="0"/>
          </a:p>
          <a:p>
            <a:r>
              <a:rPr lang="en-US" altLang="en-US" b="0" baseline="0" dirty="0"/>
              <a:t>Remind them that SE accounts for 40% of their ongoing performance evaluation</a:t>
            </a:r>
          </a:p>
          <a:p>
            <a:endParaRPr lang="en-US" altLang="en-US" b="0" baseline="0" dirty="0"/>
          </a:p>
          <a:p>
            <a:r>
              <a:rPr lang="en-US" altLang="en-US" b="0" baseline="0" dirty="0"/>
              <a:t>Make SE a habit</a:t>
            </a:r>
          </a:p>
          <a:p>
            <a:endParaRPr lang="en-US" altLang="en-US" b="0" baseline="0" dirty="0"/>
          </a:p>
          <a:p>
            <a:r>
              <a:rPr lang="en-US" altLang="en-US" b="0" baseline="0" dirty="0"/>
              <a:t>Ask if there are any questions.</a:t>
            </a:r>
            <a:endParaRPr lang="en-US" altLang="en-US" b="0" dirty="0"/>
          </a:p>
        </p:txBody>
      </p:sp>
      <p:sp>
        <p:nvSpPr>
          <p:cNvPr id="5" name="Header Placeholder 4"/>
          <p:cNvSpPr>
            <a:spLocks noGrp="1"/>
          </p:cNvSpPr>
          <p:nvPr>
            <p:ph type="hdr" sz="quarter" idx="11"/>
          </p:nvPr>
        </p:nvSpPr>
        <p:spPr/>
        <p:txBody>
          <a:bodyPr/>
          <a:lstStyle/>
          <a:p>
            <a:r>
              <a:rPr lang="en-US"/>
              <a:t>Service Excellence Facilitator Guide</a:t>
            </a:r>
            <a:endParaRPr lang="en-US" dirty="0"/>
          </a:p>
        </p:txBody>
      </p:sp>
      <p:sp>
        <p:nvSpPr>
          <p:cNvPr id="6" name="Slide Number Placeholder 5">
            <a:extLst>
              <a:ext uri="{FF2B5EF4-FFF2-40B4-BE49-F238E27FC236}">
                <a16:creationId xmlns:a16="http://schemas.microsoft.com/office/drawing/2014/main" id="{D950AB04-7CCD-4858-A833-32DCA57BF846}"/>
              </a:ext>
            </a:extLst>
          </p:cNvPr>
          <p:cNvSpPr>
            <a:spLocks noGrp="1"/>
          </p:cNvSpPr>
          <p:nvPr>
            <p:ph type="sldNum" sz="quarter" idx="5"/>
          </p:nvPr>
        </p:nvSpPr>
        <p:spPr/>
        <p:txBody>
          <a:bodyPr/>
          <a:lstStyle/>
          <a:p>
            <a:fld id="{C677C7F3-04DB-40A6-BB57-D969CA5344BE}" type="slidenum">
              <a:rPr lang="en-US" smtClean="0"/>
              <a:t>30</a:t>
            </a:fld>
            <a:endParaRPr lang="en-US"/>
          </a:p>
        </p:txBody>
      </p:sp>
    </p:spTree>
    <p:extLst>
      <p:ext uri="{BB962C8B-B14F-4D97-AF65-F5344CB8AC3E}">
        <p14:creationId xmlns:p14="http://schemas.microsoft.com/office/powerpoint/2010/main" val="1238391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2521532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9799450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8870250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7" name="Slide Number Placeholder 6"/>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9739116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20XX</a:t>
            </a:r>
            <a:endParaRPr lang="en-US" dirty="0"/>
          </a:p>
        </p:txBody>
      </p:sp>
      <p:sp>
        <p:nvSpPr>
          <p:cNvPr id="8" name="Footer Placeholder 7"/>
          <p:cNvSpPr>
            <a:spLocks noGrp="1"/>
          </p:cNvSpPr>
          <p:nvPr>
            <p:ph type="ftr" sz="quarter" idx="11"/>
          </p:nvPr>
        </p:nvSpPr>
        <p:spPr/>
        <p:txBody>
          <a:bodyPr/>
          <a:lstStyle/>
          <a:p>
            <a:r>
              <a:rPr lang="en-US"/>
              <a:t>Pitch deck</a:t>
            </a:r>
            <a:endParaRPr lang="en-US" dirty="0"/>
          </a:p>
        </p:txBody>
      </p:sp>
      <p:sp>
        <p:nvSpPr>
          <p:cNvPr id="9" name="Slide Number Placeholder 8"/>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2652282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20XX</a:t>
            </a:r>
            <a:endParaRPr lang="en-US" dirty="0"/>
          </a:p>
        </p:txBody>
      </p:sp>
      <p:sp>
        <p:nvSpPr>
          <p:cNvPr id="4" name="Footer Placeholder 3"/>
          <p:cNvSpPr>
            <a:spLocks noGrp="1"/>
          </p:cNvSpPr>
          <p:nvPr>
            <p:ph type="ftr" sz="quarter" idx="11"/>
          </p:nvPr>
        </p:nvSpPr>
        <p:spPr/>
        <p:txBody>
          <a:bodyPr/>
          <a:lstStyle/>
          <a:p>
            <a:r>
              <a:rPr lang="en-US"/>
              <a:t>Pitch deck</a:t>
            </a:r>
            <a:endParaRPr lang="en-US" dirty="0"/>
          </a:p>
        </p:txBody>
      </p:sp>
      <p:sp>
        <p:nvSpPr>
          <p:cNvPr id="5" name="Slide Number Placeholder 4"/>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228782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Pitch deck</a:t>
            </a:r>
            <a:endParaRPr lang="en-US" dirty="0"/>
          </a:p>
        </p:txBody>
      </p:sp>
      <p:sp>
        <p:nvSpPr>
          <p:cNvPr id="4" name="Slide Number Placeholder 3"/>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621973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7" name="Slide Number Placeholder 6"/>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0555560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r>
              <a:rPr lang="en-US"/>
              <a:t>20XX</a:t>
            </a:r>
            <a:endParaRPr lang="en-US" dirty="0"/>
          </a:p>
        </p:txBody>
      </p:sp>
      <p:sp>
        <p:nvSpPr>
          <p:cNvPr id="6" name="Footer Placeholder 5"/>
          <p:cNvSpPr>
            <a:spLocks noGrp="1"/>
          </p:cNvSpPr>
          <p:nvPr>
            <p:ph type="ftr" sz="quarter" idx="11"/>
          </p:nvPr>
        </p:nvSpPr>
        <p:spPr>
          <a:xfrm>
            <a:off x="590396" y="6041362"/>
            <a:ext cx="3295413" cy="365125"/>
          </a:xfrm>
        </p:spPr>
        <p:txBody>
          <a:bodyPr/>
          <a:lstStyle/>
          <a:p>
            <a:r>
              <a:rPr lang="en-US"/>
              <a:t>Pitch deck</a:t>
            </a:r>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0554844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20XX</a:t>
            </a:r>
            <a:endParaRPr lang="en-US" dirty="0"/>
          </a:p>
        </p:txBody>
      </p:sp>
      <p:sp>
        <p:nvSpPr>
          <p:cNvPr id="6" name="Footer Placeholder 5"/>
          <p:cNvSpPr>
            <a:spLocks noGrp="1"/>
          </p:cNvSpPr>
          <p:nvPr>
            <p:ph type="ftr" sz="quarter" idx="11"/>
          </p:nvPr>
        </p:nvSpPr>
        <p:spPr/>
        <p:txBody>
          <a:bodyPr/>
          <a:lstStyle/>
          <a:p>
            <a:r>
              <a:rPr lang="en-US"/>
              <a:t>Pitch deck</a:t>
            </a:r>
            <a:endParaRPr lang="en-US" dirty="0"/>
          </a:p>
        </p:txBody>
      </p:sp>
      <p:sp>
        <p:nvSpPr>
          <p:cNvPr id="7" name="Slide Number Placeholder 6"/>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605761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5594545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r>
              <a:rPr lang="en-US"/>
              <a:t>20XX</a:t>
            </a:r>
            <a:endParaRPr lang="en-US" dirty="0"/>
          </a:p>
        </p:txBody>
      </p:sp>
      <p:sp>
        <p:nvSpPr>
          <p:cNvPr id="3" name="Footer Placeholder 2"/>
          <p:cNvSpPr>
            <a:spLocks noGrp="1"/>
          </p:cNvSpPr>
          <p:nvPr>
            <p:ph type="ftr" sz="quarter" idx="11"/>
          </p:nvPr>
        </p:nvSpPr>
        <p:spPr/>
        <p:txBody>
          <a:bodyPr/>
          <a:lstStyle/>
          <a:p>
            <a:r>
              <a:rPr lang="en-US"/>
              <a:t>Pitch deck</a:t>
            </a:r>
            <a:endParaRPr lang="en-US" dirty="0"/>
          </a:p>
        </p:txBody>
      </p:sp>
      <p:sp>
        <p:nvSpPr>
          <p:cNvPr id="4" name="Slide Number Placeholder 3"/>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7915085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7233460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20XX</a:t>
            </a:r>
            <a:endParaRPr lang="en-US" dirty="0"/>
          </a:p>
        </p:txBody>
      </p:sp>
      <p:sp>
        <p:nvSpPr>
          <p:cNvPr id="5" name="Footer Placeholder 4"/>
          <p:cNvSpPr>
            <a:spLocks noGrp="1"/>
          </p:cNvSpPr>
          <p:nvPr>
            <p:ph type="ftr" sz="quarter" idx="11"/>
          </p:nvPr>
        </p:nvSpPr>
        <p:spPr/>
        <p:txBody>
          <a:bodyPr/>
          <a:lstStyle/>
          <a:p>
            <a:r>
              <a:rPr lang="en-US"/>
              <a:t>Pitch deck</a:t>
            </a:r>
            <a:endParaRPr lang="en-US" dirty="0"/>
          </a:p>
        </p:txBody>
      </p:sp>
      <p:sp>
        <p:nvSpPr>
          <p:cNvPr id="6" name="Slide Number Placeholder 5"/>
          <p:cNvSpPr>
            <a:spLocks noGrp="1"/>
          </p:cNvSpPr>
          <p:nvPr>
            <p:ph type="sldNum" sz="quarter" idx="12"/>
          </p:nvPr>
        </p:nvSpPr>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8678606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Picture">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6647727" y="2060294"/>
            <a:ext cx="4359795" cy="2141316"/>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dirty="0"/>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0" y="-9009"/>
            <a:ext cx="5521124" cy="6878584"/>
          </a:xfrm>
          <a:prstGeom prst="rect">
            <a:avLst/>
          </a:prstGeom>
        </p:spPr>
        <p:txBody>
          <a:bodyPr/>
          <a:lstStyle>
            <a:lvl1pPr marL="0" indent="0" algn="ctr">
              <a:buNone/>
              <a:defRPr/>
            </a:lvl1pPr>
          </a:lstStyle>
          <a:p>
            <a:r>
              <a:rPr lang="en-US" dirty="0"/>
              <a:t>Click to add photo</a:t>
            </a:r>
          </a:p>
        </p:txBody>
      </p:sp>
      <p:sp>
        <p:nvSpPr>
          <p:cNvPr id="7" name="Text Placeholder 10">
            <a:extLst>
              <a:ext uri="{FF2B5EF4-FFF2-40B4-BE49-F238E27FC236}">
                <a16:creationId xmlns:a16="http://schemas.microsoft.com/office/drawing/2014/main" id="{F20D097E-45D7-422E-A8D1-635C7DE9A997}"/>
              </a:ext>
            </a:extLst>
          </p:cNvPr>
          <p:cNvSpPr>
            <a:spLocks noGrp="1"/>
          </p:cNvSpPr>
          <p:nvPr>
            <p:ph type="body" sz="quarter" idx="14" hasCustomPrompt="1"/>
          </p:nvPr>
        </p:nvSpPr>
        <p:spPr>
          <a:xfrm>
            <a:off x="6670878" y="4550199"/>
            <a:ext cx="4359795" cy="1790164"/>
          </a:xfrm>
          <a:prstGeom prst="rect">
            <a:avLst/>
          </a:prstGeom>
        </p:spPr>
        <p:txBody>
          <a:bodyPr anchor="t"/>
          <a:lstStyle>
            <a:lvl1pPr marL="0" indent="0" algn="ctr">
              <a:lnSpc>
                <a:spcPct val="80000"/>
              </a:lnSpc>
              <a:spcBef>
                <a:spcPts val="0"/>
              </a:spcBef>
              <a:buNone/>
              <a:defRPr sz="1800" b="1" cap="all" spc="100" baseline="0">
                <a:solidFill>
                  <a:schemeClr val="accent4">
                    <a:lumMod val="50000"/>
                  </a:schemeClr>
                </a:solidFill>
                <a:latin typeface="+mn-lt"/>
              </a:defRPr>
            </a:lvl1pPr>
          </a:lstStyle>
          <a:p>
            <a:pPr lvl="0"/>
            <a:r>
              <a:rPr lang="en-US" dirty="0"/>
              <a:t>Click to add text</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dirty="0"/>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4964693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hank you 2">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130061" y="1541398"/>
            <a:ext cx="4442603" cy="2124827"/>
          </a:xfrm>
          <a:prstGeom prst="rect">
            <a:avLst/>
          </a:prstGeom>
          <a:noFill/>
          <a:ln w="28575">
            <a:solidFill>
              <a:schemeClr val="tx1"/>
            </a:solidFill>
          </a:ln>
        </p:spPr>
        <p:txBody>
          <a:bodyPr anchor="ctr"/>
          <a:lstStyle>
            <a:lvl1pPr algn="ctr">
              <a:defRPr sz="2400" cap="all" spc="100" baseline="0">
                <a:solidFill>
                  <a:schemeClr val="tx1"/>
                </a:solidFill>
              </a:defRPr>
            </a:lvl1pPr>
          </a:lstStyle>
          <a:p>
            <a:r>
              <a:rPr lang="en-US" dirty="0"/>
              <a:t>Add title</a:t>
            </a:r>
          </a:p>
        </p:txBody>
      </p:sp>
      <p:sp>
        <p:nvSpPr>
          <p:cNvPr id="38" name="Text Placeholder 10">
            <a:extLst>
              <a:ext uri="{FF2B5EF4-FFF2-40B4-BE49-F238E27FC236}">
                <a16:creationId xmlns:a16="http://schemas.microsoft.com/office/drawing/2014/main" id="{34C23C4D-3C16-4A17-BF8A-A9C4E2F013E3}"/>
              </a:ext>
            </a:extLst>
          </p:cNvPr>
          <p:cNvSpPr>
            <a:spLocks noGrp="1"/>
          </p:cNvSpPr>
          <p:nvPr>
            <p:ph type="body" sz="quarter" idx="19" hasCustomPrompt="1"/>
          </p:nvPr>
        </p:nvSpPr>
        <p:spPr>
          <a:xfrm>
            <a:off x="1130061" y="3984426"/>
            <a:ext cx="4442603" cy="2424999"/>
          </a:xfrm>
          <a:prstGeom prst="rect">
            <a:avLst/>
          </a:prstGeom>
        </p:spPr>
        <p:txBody>
          <a:bodyPr anchor="t"/>
          <a:lstStyle>
            <a:lvl1pPr marL="0" indent="0" algn="ctr">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6771736" y="0"/>
            <a:ext cx="5420263" cy="6858000"/>
          </a:xfrm>
          <a:prstGeom prst="rect">
            <a:avLst/>
          </a:prstGeom>
        </p:spPr>
        <p:txBody>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92743533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Financial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5E8994-67B0-7A02-C300-3232691564F0}"/>
              </a:ext>
              <a:ext uri="{C183D7F6-B498-43B3-948B-1728B52AA6E4}">
                <adec:decorative xmlns:adec="http://schemas.microsoft.com/office/drawing/2017/decorative" val="1"/>
              </a:ext>
            </a:extLst>
          </p:cNvPr>
          <p:cNvSpPr/>
          <p:nvPr userDrawn="1"/>
        </p:nvSpPr>
        <p:spPr>
          <a:xfrm>
            <a:off x="4532671" y="0"/>
            <a:ext cx="7659329" cy="6858000"/>
          </a:xfrm>
          <a:prstGeom prst="rect">
            <a:avLst/>
          </a:prstGeom>
          <a:solidFill>
            <a:schemeClr val="accent2">
              <a:lumMod val="40000"/>
              <a:lumOff val="6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DD96D4A-16D3-4C35-A383-2DF039D54CF4}"/>
              </a:ext>
            </a:extLst>
          </p:cNvPr>
          <p:cNvSpPr>
            <a:spLocks noGrp="1"/>
          </p:cNvSpPr>
          <p:nvPr>
            <p:ph type="title" hasCustomPrompt="1"/>
          </p:nvPr>
        </p:nvSpPr>
        <p:spPr>
          <a:xfrm>
            <a:off x="933791" y="787869"/>
            <a:ext cx="2743200" cy="2142144"/>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dirty="0"/>
              <a:t>Click to add title</a:t>
            </a:r>
          </a:p>
        </p:txBody>
      </p:sp>
      <p:sp>
        <p:nvSpPr>
          <p:cNvPr id="12" name="Text Placeholder 11">
            <a:extLst>
              <a:ext uri="{FF2B5EF4-FFF2-40B4-BE49-F238E27FC236}">
                <a16:creationId xmlns:a16="http://schemas.microsoft.com/office/drawing/2014/main" id="{2EA6B5C4-24E3-C021-071B-DFF6C6CC497B}"/>
              </a:ext>
            </a:extLst>
          </p:cNvPr>
          <p:cNvSpPr>
            <a:spLocks noGrp="1"/>
          </p:cNvSpPr>
          <p:nvPr>
            <p:ph type="body" sz="quarter" idx="16" hasCustomPrompt="1"/>
          </p:nvPr>
        </p:nvSpPr>
        <p:spPr>
          <a:xfrm>
            <a:off x="933449" y="3429000"/>
            <a:ext cx="2920796" cy="2927350"/>
          </a:xfrm>
          <a:prstGeom prst="rect">
            <a:avLst/>
          </a:prstGeom>
        </p:spPr>
        <p:txBody>
          <a:bodyP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600" spc="100" baseline="0"/>
            </a:lvl2pPr>
            <a:lvl3pPr marL="914400" indent="0">
              <a:lnSpc>
                <a:spcPct val="125000"/>
              </a:lnSpc>
              <a:spcBef>
                <a:spcPts val="0"/>
              </a:spcBef>
              <a:spcAft>
                <a:spcPts val="600"/>
              </a:spcAft>
              <a:buNone/>
              <a:defRPr sz="1400" spc="100" baseline="0"/>
            </a:lvl3pPr>
            <a:lvl4pPr marL="1371600" indent="0">
              <a:lnSpc>
                <a:spcPct val="125000"/>
              </a:lnSpc>
              <a:spcBef>
                <a:spcPts val="0"/>
              </a:spcBef>
              <a:spcAft>
                <a:spcPts val="600"/>
              </a:spcAft>
              <a:buNone/>
              <a:defRPr sz="1200" spc="100" baseline="0"/>
            </a:lvl4pPr>
            <a:lvl5pPr marL="1828800" indent="0">
              <a:lnSpc>
                <a:spcPct val="125000"/>
              </a:lnSpc>
              <a:spcBef>
                <a:spcPts val="0"/>
              </a:spcBef>
              <a:spcAft>
                <a:spcPts val="600"/>
              </a:spcAft>
              <a:buNone/>
              <a:defRPr sz="12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FF255611-8280-41F3-A5FA-821E144AEAE7}"/>
              </a:ext>
            </a:extLst>
          </p:cNvPr>
          <p:cNvSpPr>
            <a:spLocks noGrp="1"/>
          </p:cNvSpPr>
          <p:nvPr>
            <p:ph sz="quarter" idx="15" hasCustomPrompt="1"/>
          </p:nvPr>
        </p:nvSpPr>
        <p:spPr>
          <a:xfrm>
            <a:off x="5220928" y="787869"/>
            <a:ext cx="6292646" cy="5432263"/>
          </a:xfrm>
          <a:prstGeom prst="rect">
            <a:avLst/>
          </a:prstGeom>
        </p:spPr>
        <p:txBody>
          <a:bodyPr/>
          <a:lstStyle>
            <a:lvl1pPr marL="0" indent="0" algn="ctr">
              <a:buNone/>
              <a:defRPr sz="1800" cap="all" baseline="0">
                <a:solidFill>
                  <a:schemeClr val="tx1"/>
                </a:solidFill>
              </a:defRPr>
            </a:lvl1pPr>
            <a:lvl2pPr marL="457200" indent="0">
              <a:buNone/>
              <a:defRPr sz="1600" cap="all" baseline="0">
                <a:solidFill>
                  <a:schemeClr val="accent5">
                    <a:lumMod val="50000"/>
                  </a:schemeClr>
                </a:solidFill>
              </a:defRPr>
            </a:lvl2pPr>
            <a:lvl3pPr marL="914400" indent="0">
              <a:buNone/>
              <a:defRPr sz="1400" cap="all" baseline="0">
                <a:solidFill>
                  <a:schemeClr val="accent5">
                    <a:lumMod val="50000"/>
                  </a:schemeClr>
                </a:solidFill>
              </a:defRPr>
            </a:lvl3pPr>
            <a:lvl4pPr marL="1371600" indent="0">
              <a:buNone/>
              <a:defRPr sz="1200" cap="all" baseline="0">
                <a:solidFill>
                  <a:schemeClr val="accent5">
                    <a:lumMod val="50000"/>
                  </a:schemeClr>
                </a:solidFill>
              </a:defRPr>
            </a:lvl4pPr>
            <a:lvl5pPr marL="1828800" indent="0">
              <a:buNone/>
              <a:defRPr sz="1200" cap="all" baseline="0">
                <a:solidFill>
                  <a:schemeClr val="accent5">
                    <a:lumMod val="50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33453DB9-3C4B-4136-96D2-08A7D5AD418F}"/>
              </a:ext>
            </a:extLst>
          </p:cNvPr>
          <p:cNvSpPr>
            <a:spLocks noGrp="1"/>
          </p:cNvSpPr>
          <p:nvPr>
            <p:ph type="dt" sz="half" idx="10"/>
          </p:nvPr>
        </p:nvSpPr>
        <p:spPr>
          <a:xfrm>
            <a:off x="838200" y="6356350"/>
            <a:ext cx="2743200" cy="365125"/>
          </a:xfrm>
          <a:prstGeom prst="rect">
            <a:avLst/>
          </a:prstGeom>
        </p:spPr>
        <p:txBody>
          <a:bodyPr/>
          <a:lstStyle/>
          <a:p>
            <a:r>
              <a:rPr lang="en-US" dirty="0"/>
              <a:t>20XX</a:t>
            </a:r>
          </a:p>
        </p:txBody>
      </p:sp>
      <p:sp>
        <p:nvSpPr>
          <p:cNvPr id="4" name="Footer Placeholder 3">
            <a:extLst>
              <a:ext uri="{FF2B5EF4-FFF2-40B4-BE49-F238E27FC236}">
                <a16:creationId xmlns:a16="http://schemas.microsoft.com/office/drawing/2014/main" id="{81464841-801A-499A-BFD2-9731D2D89C25}"/>
              </a:ext>
            </a:extLst>
          </p:cNvPr>
          <p:cNvSpPr>
            <a:spLocks noGrp="1"/>
          </p:cNvSpPr>
          <p:nvPr>
            <p:ph type="ftr" sz="quarter" idx="11"/>
          </p:nvPr>
        </p:nvSpPr>
        <p:spPr>
          <a:xfrm>
            <a:off x="4038600" y="6356350"/>
            <a:ext cx="4114800" cy="365125"/>
          </a:xfrm>
          <a:prstGeom prst="rect">
            <a:avLst/>
          </a:prstGeom>
        </p:spPr>
        <p:txBody>
          <a:bodyPr/>
          <a:lstStyle/>
          <a:p>
            <a:r>
              <a:rPr lang="en-US" dirty="0"/>
              <a:t>Pitch deck</a:t>
            </a:r>
          </a:p>
        </p:txBody>
      </p:sp>
      <p:sp>
        <p:nvSpPr>
          <p:cNvPr id="5" name="Slide Number Placeholder 4">
            <a:extLst>
              <a:ext uri="{FF2B5EF4-FFF2-40B4-BE49-F238E27FC236}">
                <a16:creationId xmlns:a16="http://schemas.microsoft.com/office/drawing/2014/main" id="{F9C78F9D-CD73-4D53-A871-D6C0B643A68D}"/>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42706076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ody Slide">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670362" y="1153505"/>
            <a:ext cx="11398407" cy="970526"/>
          </a:xfrm>
          <a:prstGeom prst="rect">
            <a:avLst/>
          </a:prstGeom>
        </p:spPr>
        <p:txBody>
          <a:bodyPr/>
          <a:lstStyle>
            <a:lvl1pPr>
              <a:defRPr sz="3600" baseline="0">
                <a:solidFill>
                  <a:srgbClr val="143348"/>
                </a:solidFill>
                <a:latin typeface="+mn-lt"/>
              </a:defRPr>
            </a:lvl1pPr>
          </a:lstStyle>
          <a:p>
            <a:r>
              <a:rPr lang="en-US" dirty="0"/>
              <a:t>Headline (Calibri 36 </a:t>
            </a:r>
            <a:r>
              <a:rPr lang="en-US" dirty="0" err="1"/>
              <a:t>pt</a:t>
            </a:r>
            <a:r>
              <a:rPr lang="en-US" dirty="0"/>
              <a:t>)</a:t>
            </a:r>
          </a:p>
        </p:txBody>
      </p:sp>
      <p:sp>
        <p:nvSpPr>
          <p:cNvPr id="14" name="Text Placeholder 13"/>
          <p:cNvSpPr>
            <a:spLocks noGrp="1"/>
          </p:cNvSpPr>
          <p:nvPr>
            <p:ph type="body" sz="quarter" idx="10" hasCustomPrompt="1"/>
          </p:nvPr>
        </p:nvSpPr>
        <p:spPr>
          <a:xfrm>
            <a:off x="670519" y="2124029"/>
            <a:ext cx="11398249" cy="4453030"/>
          </a:xfrm>
          <a:prstGeom prst="rect">
            <a:avLst/>
          </a:prstGeom>
        </p:spPr>
        <p:txBody>
          <a:bodyPr/>
          <a:lstStyle>
            <a:lvl1pPr marL="0" indent="0">
              <a:lnSpc>
                <a:spcPct val="100000"/>
              </a:lnSpc>
              <a:spcBef>
                <a:spcPts val="0"/>
              </a:spcBef>
              <a:spcAft>
                <a:spcPts val="1200"/>
              </a:spcAft>
              <a:buNone/>
              <a:defRPr sz="2400">
                <a:solidFill>
                  <a:srgbClr val="143348"/>
                </a:solidFill>
              </a:defRPr>
            </a:lvl1pPr>
            <a:lvl2pPr marL="457178" indent="0">
              <a:buNone/>
              <a:defRPr sz="2200"/>
            </a:lvl2pPr>
            <a:lvl3pPr marL="914354" indent="0">
              <a:buNone/>
              <a:defRPr sz="2200"/>
            </a:lvl3pPr>
            <a:lvl4pPr marL="1371532" indent="0">
              <a:buNone/>
              <a:defRPr sz="2200"/>
            </a:lvl4pPr>
            <a:lvl5pPr marL="1828709" indent="0">
              <a:buNone/>
              <a:defRPr sz="2200"/>
            </a:lvl5pPr>
          </a:lstStyle>
          <a:p>
            <a:pPr lvl="0"/>
            <a:r>
              <a:rPr lang="en-US" dirty="0"/>
              <a:t>Body Copy (Calibri 22 </a:t>
            </a:r>
            <a:r>
              <a:rPr lang="en-US" dirty="0" err="1"/>
              <a:t>pt</a:t>
            </a:r>
            <a:r>
              <a:rPr lang="en-US" dirty="0"/>
              <a:t>)</a:t>
            </a:r>
          </a:p>
        </p:txBody>
      </p:sp>
    </p:spTree>
    <p:extLst>
      <p:ext uri="{BB962C8B-B14F-4D97-AF65-F5344CB8AC3E}">
        <p14:creationId xmlns:p14="http://schemas.microsoft.com/office/powerpoint/2010/main" val="270043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Section Title">
    <p:bg>
      <p:bgPr>
        <a:solidFill>
          <a:schemeClr val="accent5">
            <a:alpha val="1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C6C658-B6F5-98D2-4D95-EA3030D6F090}"/>
              </a:ext>
              <a:ext uri="{C183D7F6-B498-43B3-948B-1728B52AA6E4}">
                <adec:decorative xmlns:adec="http://schemas.microsoft.com/office/drawing/2017/decorative" val="1"/>
              </a:ext>
            </a:extLst>
          </p:cNvPr>
          <p:cNvSpPr/>
          <p:nvPr userDrawn="1"/>
        </p:nvSpPr>
        <p:spPr>
          <a:xfrm>
            <a:off x="-20322" y="-7084"/>
            <a:ext cx="12212321"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1250065" y="2372810"/>
            <a:ext cx="4352081" cy="2129742"/>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dirty="0"/>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6789480" y="0"/>
            <a:ext cx="5394960" cy="6858000"/>
          </a:xfrm>
          <a:prstGeom prst="rect">
            <a:avLst/>
          </a:prstGeom>
        </p:spPr>
        <p:txBody>
          <a:bodyPr/>
          <a:lstStyle>
            <a:lvl1pPr marL="0" indent="0" algn="ctr">
              <a:buNone/>
              <a:defRPr/>
            </a:lvl1pPr>
          </a:lstStyle>
          <a:p>
            <a:r>
              <a:rPr lang="en-US" dirty="0"/>
              <a:t>Click to add photo</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dirty="0"/>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3861462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Our Compet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1225E-57F6-4605-A684-F9B30F1F664E}"/>
              </a:ext>
            </a:extLst>
          </p:cNvPr>
          <p:cNvSpPr>
            <a:spLocks noGrp="1"/>
          </p:cNvSpPr>
          <p:nvPr>
            <p:ph type="title" hasCustomPrompt="1"/>
          </p:nvPr>
        </p:nvSpPr>
        <p:spPr>
          <a:xfrm>
            <a:off x="-10559" y="1"/>
            <a:ext cx="4952999" cy="2182482"/>
          </a:xfrm>
          <a:prstGeom prst="rect">
            <a:avLst/>
          </a:prstGeom>
          <a:solidFill>
            <a:schemeClr val="accent2">
              <a:alpha val="92000"/>
            </a:schemeClr>
          </a:solidFill>
        </p:spPr>
        <p:txBody>
          <a:bodyPr lIns="731520" rIns="731520" anchor="ctr"/>
          <a:lstStyle>
            <a:lvl1pPr algn="ctr">
              <a:defRPr sz="2400" cap="all" spc="100" baseline="0">
                <a:solidFill>
                  <a:schemeClr val="bg1"/>
                </a:solidFill>
              </a:defRPr>
            </a:lvl1pPr>
          </a:lstStyle>
          <a:p>
            <a:r>
              <a:rPr lang="en-US" dirty="0"/>
              <a:t>Click to add title</a:t>
            </a:r>
          </a:p>
        </p:txBody>
      </p:sp>
      <p:sp>
        <p:nvSpPr>
          <p:cNvPr id="7" name="Picture Placeholder 8">
            <a:extLst>
              <a:ext uri="{FF2B5EF4-FFF2-40B4-BE49-F238E27FC236}">
                <a16:creationId xmlns:a16="http://schemas.microsoft.com/office/drawing/2014/main" id="{C93927AF-DF09-4CE5-8767-B2ECF0215BF5}"/>
              </a:ext>
            </a:extLst>
          </p:cNvPr>
          <p:cNvSpPr>
            <a:spLocks noGrp="1"/>
          </p:cNvSpPr>
          <p:nvPr>
            <p:ph type="pic" sz="quarter" idx="10" hasCustomPrompt="1"/>
          </p:nvPr>
        </p:nvSpPr>
        <p:spPr>
          <a:xfrm>
            <a:off x="4942932" y="0"/>
            <a:ext cx="7249067" cy="2182483"/>
          </a:xfrm>
          <a:prstGeom prst="rect">
            <a:avLst/>
          </a:prstGeom>
        </p:spPr>
        <p:txBody>
          <a:bodyPr/>
          <a:lstStyle>
            <a:lvl1pPr marL="0" indent="0" algn="ctr">
              <a:buNone/>
              <a:defRPr/>
            </a:lvl1pPr>
          </a:lstStyle>
          <a:p>
            <a:r>
              <a:rPr lang="en-US" dirty="0"/>
              <a:t>Click to add photo</a:t>
            </a:r>
          </a:p>
        </p:txBody>
      </p:sp>
      <p:sp>
        <p:nvSpPr>
          <p:cNvPr id="11" name="Text Placeholder 10">
            <a:extLst>
              <a:ext uri="{FF2B5EF4-FFF2-40B4-BE49-F238E27FC236}">
                <a16:creationId xmlns:a16="http://schemas.microsoft.com/office/drawing/2014/main" id="{FE8D114B-8AAB-41D6-AFCF-750066A65291}"/>
              </a:ext>
            </a:extLst>
          </p:cNvPr>
          <p:cNvSpPr>
            <a:spLocks noGrp="1"/>
          </p:cNvSpPr>
          <p:nvPr>
            <p:ph type="body" sz="quarter" idx="12" hasCustomPrompt="1"/>
          </p:nvPr>
        </p:nvSpPr>
        <p:spPr>
          <a:xfrm>
            <a:off x="819728" y="2924355"/>
            <a:ext cx="3769525" cy="3300645"/>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6" name="Content Placeholder 5">
            <a:extLst>
              <a:ext uri="{FF2B5EF4-FFF2-40B4-BE49-F238E27FC236}">
                <a16:creationId xmlns:a16="http://schemas.microsoft.com/office/drawing/2014/main" id="{46E5C19A-AE6A-FEDE-6B3C-9B1701F4C501}"/>
              </a:ext>
            </a:extLst>
          </p:cNvPr>
          <p:cNvSpPr>
            <a:spLocks noGrp="1"/>
          </p:cNvSpPr>
          <p:nvPr>
            <p:ph sz="quarter" idx="13" hasCustomPrompt="1"/>
          </p:nvPr>
        </p:nvSpPr>
        <p:spPr>
          <a:xfrm>
            <a:off x="4933262" y="2932801"/>
            <a:ext cx="6411912" cy="3300851"/>
          </a:xfrm>
          <a:prstGeom prst="rect">
            <a:avLst/>
          </a:prstGeom>
        </p:spPr>
        <p:txBody>
          <a:bodyPr/>
          <a:lstStyle>
            <a:lvl1pPr marL="283464" indent="-283464">
              <a:lnSpc>
                <a:spcPct val="125000"/>
              </a:lnSpc>
              <a:spcBef>
                <a:spcPts val="0"/>
              </a:spcBef>
              <a:spcAft>
                <a:spcPts val="0"/>
              </a:spcAft>
              <a:defRPr sz="1800" spc="100" baseline="0"/>
            </a:lvl1pPr>
            <a:lvl2pPr marL="914400" indent="-283464">
              <a:lnSpc>
                <a:spcPct val="125000"/>
              </a:lnSpc>
              <a:spcBef>
                <a:spcPts val="0"/>
              </a:spcBef>
              <a:spcAft>
                <a:spcPts val="0"/>
              </a:spcAft>
              <a:defRPr sz="1800" spc="100" baseline="0"/>
            </a:lvl2pPr>
            <a:lvl3pPr marL="1371600" indent="-283464">
              <a:lnSpc>
                <a:spcPct val="125000"/>
              </a:lnSpc>
              <a:spcBef>
                <a:spcPts val="0"/>
              </a:spcBef>
              <a:spcAft>
                <a:spcPts val="0"/>
              </a:spcAft>
              <a:defRPr sz="1800" spc="100" baseline="0"/>
            </a:lvl3pPr>
            <a:lvl4pPr marL="1828800" indent="-283464">
              <a:lnSpc>
                <a:spcPct val="125000"/>
              </a:lnSpc>
              <a:spcBef>
                <a:spcPts val="0"/>
              </a:spcBef>
              <a:spcAft>
                <a:spcPts val="0"/>
              </a:spcAft>
              <a:defRPr sz="1800" spc="100" baseline="0"/>
            </a:lvl4pPr>
            <a:lvl5pPr marL="2286000" indent="-283464">
              <a:lnSpc>
                <a:spcPct val="125000"/>
              </a:lnSpc>
              <a:spcBef>
                <a:spcPts val="0"/>
              </a:spcBef>
              <a:spcAft>
                <a:spcPts val="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8751D887-2419-4911-A7CC-9B5A598D71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9" name="Footer Placeholder 4">
            <a:extLst>
              <a:ext uri="{FF2B5EF4-FFF2-40B4-BE49-F238E27FC236}">
                <a16:creationId xmlns:a16="http://schemas.microsoft.com/office/drawing/2014/main" id="{B8B214E0-C574-4CE5-8FF0-E0F965A4A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10" name="Slide Number Placeholder 5">
            <a:extLst>
              <a:ext uri="{FF2B5EF4-FFF2-40B4-BE49-F238E27FC236}">
                <a16:creationId xmlns:a16="http://schemas.microsoft.com/office/drawing/2014/main" id="{6C033920-FB08-49F3-8A75-14E68EF78D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7801481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1"/>
            </a:solidFill>
          </a:ln>
        </p:spPr>
        <p:txBody>
          <a:bodyPr lIns="914400" tIns="91440" rIns="914400" anchor="ctr"/>
          <a:lstStyle>
            <a:lvl1pPr algn="ctr">
              <a:defRPr sz="5400" b="1" cap="all" spc="100" baseline="0">
                <a:solidFill>
                  <a:schemeClr val="accent1"/>
                </a:solidFill>
              </a:defRPr>
            </a:lvl1pPr>
          </a:lstStyle>
          <a:p>
            <a:r>
              <a:rPr lang="en-US" dirty="0"/>
              <a:t>Click to add title</a:t>
            </a:r>
          </a:p>
        </p:txBody>
      </p:sp>
    </p:spTree>
    <p:extLst>
      <p:ext uri="{BB962C8B-B14F-4D97-AF65-F5344CB8AC3E}">
        <p14:creationId xmlns:p14="http://schemas.microsoft.com/office/powerpoint/2010/main" val="114832872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genda ">
    <p:bg>
      <p:bgPr>
        <a:solidFill>
          <a:schemeClr val="accent5">
            <a:alpha val="10000"/>
          </a:schemeClr>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0" y="0"/>
            <a:ext cx="6772276" cy="6858000"/>
          </a:xfrm>
          <a:prstGeom prst="rect">
            <a:avLst/>
          </a:prstGeom>
          <a:solidFill>
            <a:schemeClr val="accent4">
              <a:lumMod val="60000"/>
              <a:lumOff val="40000"/>
            </a:schemeClr>
          </a:solidFill>
        </p:spPr>
        <p:txBody>
          <a:bodyPr/>
          <a:lstStyle>
            <a:lvl1pPr marL="0" indent="0" algn="ctr">
              <a:buNone/>
              <a:defRPr>
                <a:solidFill>
                  <a:schemeClr val="tx1"/>
                </a:solidFill>
              </a:defRPr>
            </a:lvl1pPr>
          </a:lstStyle>
          <a:p>
            <a:r>
              <a:rPr lang="en-US" dirty="0"/>
              <a:t>Click to add photo</a:t>
            </a:r>
          </a:p>
        </p:txBody>
      </p:sp>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224747" y="2365057"/>
            <a:ext cx="4377400" cy="2160644"/>
          </a:xfrm>
          <a:prstGeom prst="rect">
            <a:avLst/>
          </a:prstGeom>
          <a:gradFill>
            <a:gsLst>
              <a:gs pos="50000">
                <a:schemeClr val="accent1">
                  <a:lumMod val="5000"/>
                  <a:lumOff val="95000"/>
                  <a:alpha val="0"/>
                </a:schemeClr>
              </a:gs>
              <a:gs pos="50000">
                <a:schemeClr val="accent5">
                  <a:alpha val="10000"/>
                </a:schemeClr>
              </a:gs>
            </a:gsLst>
            <a:lin ang="0" scaled="0"/>
          </a:gradFill>
          <a:ln w="28575">
            <a:solidFill>
              <a:schemeClr val="bg1"/>
            </a:solidFill>
          </a:ln>
        </p:spPr>
        <p:txBody>
          <a:bodyPr anchor="ctr"/>
          <a:lstStyle>
            <a:lvl1pPr algn="ctr">
              <a:defRPr sz="2400" cap="all" spc="100" baseline="0">
                <a:solidFill>
                  <a:schemeClr val="bg1"/>
                </a:solidFill>
              </a:defRPr>
            </a:lvl1pPr>
          </a:lstStyle>
          <a:p>
            <a:r>
              <a:rPr lang="en-US" dirty="0"/>
              <a:t>Add title</a:t>
            </a:r>
          </a:p>
        </p:txBody>
      </p:sp>
      <p:sp>
        <p:nvSpPr>
          <p:cNvPr id="12" name="Text Placeholder 11">
            <a:extLst>
              <a:ext uri="{FF2B5EF4-FFF2-40B4-BE49-F238E27FC236}">
                <a16:creationId xmlns:a16="http://schemas.microsoft.com/office/drawing/2014/main" id="{FB3EFFF7-FFC6-16DF-B4AB-DD5A1A1DA92A}"/>
              </a:ext>
            </a:extLst>
          </p:cNvPr>
          <p:cNvSpPr>
            <a:spLocks noGrp="1"/>
          </p:cNvSpPr>
          <p:nvPr>
            <p:ph type="body" sz="quarter" idx="12" hasCustomPrompt="1"/>
          </p:nvPr>
        </p:nvSpPr>
        <p:spPr>
          <a:xfrm>
            <a:off x="3427896" y="0"/>
            <a:ext cx="3344379" cy="6858000"/>
          </a:xfrm>
          <a:custGeom>
            <a:avLst/>
            <a:gdLst>
              <a:gd name="connsiteX0" fmla="*/ 0 w 3344379"/>
              <a:gd name="connsiteY0" fmla="*/ 0 h 6858000"/>
              <a:gd name="connsiteX1" fmla="*/ 3344379 w 3344379"/>
              <a:gd name="connsiteY1" fmla="*/ 0 h 6858000"/>
              <a:gd name="connsiteX2" fmla="*/ 3344379 w 3344379"/>
              <a:gd name="connsiteY2" fmla="*/ 6858000 h 6858000"/>
              <a:gd name="connsiteX3" fmla="*/ 0 w 334437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344379" h="6858000">
                <a:moveTo>
                  <a:pt x="0" y="0"/>
                </a:moveTo>
                <a:lnTo>
                  <a:pt x="3344379" y="0"/>
                </a:lnTo>
                <a:lnTo>
                  <a:pt x="3344379" y="6858000"/>
                </a:lnTo>
                <a:lnTo>
                  <a:pt x="0" y="6858000"/>
                </a:lnTo>
                <a:close/>
              </a:path>
            </a:pathLst>
          </a:custGeom>
          <a:solidFill>
            <a:schemeClr val="accent5">
              <a:alpha val="10000"/>
            </a:schemeClr>
          </a:solidFill>
        </p:spPr>
        <p:txBody>
          <a:bodyPr wrap="square">
            <a:noAutofit/>
          </a:bodyPr>
          <a:lstStyle>
            <a:lvl1pPr marL="0" indent="0">
              <a:buNone/>
              <a:defRPr>
                <a:noFill/>
              </a:defRPr>
            </a:lvl1pPr>
          </a:lstStyle>
          <a:p>
            <a:pPr lvl="0"/>
            <a:r>
              <a:rPr lang="en-US" dirty="0"/>
              <a:t>Blank</a:t>
            </a:r>
          </a:p>
        </p:txBody>
      </p:sp>
      <p:sp>
        <p:nvSpPr>
          <p:cNvPr id="6" name="Text Placeholder 5">
            <a:extLst>
              <a:ext uri="{FF2B5EF4-FFF2-40B4-BE49-F238E27FC236}">
                <a16:creationId xmlns:a16="http://schemas.microsoft.com/office/drawing/2014/main" id="{DE6E802E-B214-0AE3-69C8-CBCA885C703A}"/>
              </a:ext>
            </a:extLst>
          </p:cNvPr>
          <p:cNvSpPr>
            <a:spLocks noGrp="1"/>
          </p:cNvSpPr>
          <p:nvPr>
            <p:ph type="body" sz="quarter" idx="11" hasCustomPrompt="1"/>
          </p:nvPr>
        </p:nvSpPr>
        <p:spPr>
          <a:xfrm>
            <a:off x="7835900" y="2071688"/>
            <a:ext cx="3773488" cy="2732087"/>
          </a:xfrm>
          <a:prstGeom prst="rect">
            <a:avLst/>
          </a:prstGeom>
        </p:spPr>
        <p:txBody>
          <a:bodyPr anchor="ct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800" spc="100" baseline="0"/>
            </a:lvl2pPr>
            <a:lvl3pPr marL="914400" indent="0">
              <a:lnSpc>
                <a:spcPct val="125000"/>
              </a:lnSpc>
              <a:spcBef>
                <a:spcPts val="0"/>
              </a:spcBef>
              <a:spcAft>
                <a:spcPts val="600"/>
              </a:spcAft>
              <a:buNone/>
              <a:defRPr sz="1800" spc="100" baseline="0"/>
            </a:lvl3pPr>
            <a:lvl4pPr marL="1371600" indent="0">
              <a:lnSpc>
                <a:spcPct val="125000"/>
              </a:lnSpc>
              <a:spcBef>
                <a:spcPts val="0"/>
              </a:spcBef>
              <a:spcAft>
                <a:spcPts val="600"/>
              </a:spcAft>
              <a:buNone/>
              <a:defRPr sz="1800" spc="100" baseline="0"/>
            </a:lvl4pPr>
            <a:lvl5pPr marL="1828800" indent="0">
              <a:lnSpc>
                <a:spcPct val="125000"/>
              </a:lnSpc>
              <a:spcBef>
                <a:spcPts val="0"/>
              </a:spcBef>
              <a:spcAft>
                <a:spcPts val="600"/>
              </a:spcAft>
              <a:buNone/>
              <a:defRPr sz="1800" spc="1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E0398655-42A6-4DBC-9542-9A8D10B44A63}"/>
              </a:ext>
            </a:extLst>
          </p:cNvPr>
          <p:cNvSpPr>
            <a:spLocks noGrp="1"/>
          </p:cNvSpPr>
          <p:nvPr>
            <p:ph type="dt" sz="half" idx="2"/>
          </p:nvPr>
        </p:nvSpPr>
        <p:spPr>
          <a:xfrm>
            <a:off x="838200" y="6356350"/>
            <a:ext cx="1590675"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9" name="Footer Placeholder 4">
            <a:extLst>
              <a:ext uri="{FF2B5EF4-FFF2-40B4-BE49-F238E27FC236}">
                <a16:creationId xmlns:a16="http://schemas.microsoft.com/office/drawing/2014/main" id="{1FF7C44B-1689-4CA8-B0BC-0671EA12750F}"/>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effectLst/>
                <a:latin typeface="+mj-lt"/>
              </a:defRPr>
            </a:lvl1pPr>
          </a:lstStyle>
          <a:p>
            <a:r>
              <a:rPr lang="en-US" dirty="0"/>
              <a:t>Pitch deck</a:t>
            </a:r>
          </a:p>
        </p:txBody>
      </p:sp>
      <p:sp>
        <p:nvSpPr>
          <p:cNvPr id="10" name="Slide Number Placeholder 5">
            <a:extLst>
              <a:ext uri="{FF2B5EF4-FFF2-40B4-BE49-F238E27FC236}">
                <a16:creationId xmlns:a16="http://schemas.microsoft.com/office/drawing/2014/main" id="{7D6105C8-7607-448C-9CD2-9CA33B49B4DB}"/>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0042380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5"/>
            </a:solidFill>
          </a:ln>
        </p:spPr>
        <p:txBody>
          <a:bodyPr lIns="914400" tIns="182880" rIns="914400" anchor="ctr"/>
          <a:lstStyle>
            <a:lvl1pPr algn="ctr">
              <a:defRPr sz="5400" b="1" cap="all" spc="100" baseline="0">
                <a:solidFill>
                  <a:schemeClr val="accent5"/>
                </a:solidFill>
              </a:defRPr>
            </a:lvl1pPr>
          </a:lstStyle>
          <a:p>
            <a:r>
              <a:rPr lang="en-US" dirty="0"/>
              <a:t>Click to add title</a:t>
            </a:r>
          </a:p>
        </p:txBody>
      </p:sp>
    </p:spTree>
    <p:extLst>
      <p:ext uri="{BB962C8B-B14F-4D97-AF65-F5344CB8AC3E}">
        <p14:creationId xmlns:p14="http://schemas.microsoft.com/office/powerpoint/2010/main" val="17371290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3FAF69-7EBE-817B-DCEA-4A1595820E3E}"/>
              </a:ext>
              <a:ext uri="{C183D7F6-B498-43B3-948B-1728B52AA6E4}">
                <adec:decorative xmlns:adec="http://schemas.microsoft.com/office/drawing/2017/decorative" val="1"/>
              </a:ext>
            </a:extLst>
          </p:cNvPr>
          <p:cNvSpPr/>
          <p:nvPr userDrawn="1"/>
        </p:nvSpPr>
        <p:spPr>
          <a:xfrm>
            <a:off x="-1" y="-7515"/>
            <a:ext cx="4661648" cy="6871651"/>
          </a:xfrm>
          <a:prstGeom prst="rect">
            <a:avLst/>
          </a:prstGeom>
          <a:solidFill>
            <a:srgbClr val="4769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20FC4D-FDE2-42C3-B907-27B071B649CC}"/>
              </a:ext>
            </a:extLst>
          </p:cNvPr>
          <p:cNvSpPr>
            <a:spLocks noGrp="1"/>
          </p:cNvSpPr>
          <p:nvPr>
            <p:ph type="title" hasCustomPrompt="1"/>
          </p:nvPr>
        </p:nvSpPr>
        <p:spPr>
          <a:xfrm>
            <a:off x="636608" y="804862"/>
            <a:ext cx="3401992" cy="5121375"/>
          </a:xfrm>
          <a:prstGeom prst="rect">
            <a:avLst/>
          </a:prstGeom>
          <a:ln w="28575">
            <a:noFill/>
          </a:ln>
        </p:spPr>
        <p:txBody>
          <a:bodyPr anchor="ctr"/>
          <a:lstStyle>
            <a:lvl1pPr algn="ctr">
              <a:defRPr sz="2400" cap="all" spc="100" baseline="0">
                <a:solidFill>
                  <a:schemeClr val="bg1"/>
                </a:solidFill>
              </a:defRPr>
            </a:lvl1pPr>
          </a:lstStyle>
          <a:p>
            <a:r>
              <a:rPr lang="en-US" dirty="0"/>
              <a:t>Title</a:t>
            </a:r>
          </a:p>
        </p:txBody>
      </p:sp>
      <p:sp>
        <p:nvSpPr>
          <p:cNvPr id="6" name="Content Placeholder 5">
            <a:extLst>
              <a:ext uri="{FF2B5EF4-FFF2-40B4-BE49-F238E27FC236}">
                <a16:creationId xmlns:a16="http://schemas.microsoft.com/office/drawing/2014/main" id="{6F4F9403-8AE5-DF79-EFCF-E99EABB83417}"/>
              </a:ext>
            </a:extLst>
          </p:cNvPr>
          <p:cNvSpPr>
            <a:spLocks noGrp="1"/>
          </p:cNvSpPr>
          <p:nvPr>
            <p:ph sz="quarter" idx="10" hasCustomPrompt="1"/>
          </p:nvPr>
        </p:nvSpPr>
        <p:spPr>
          <a:xfrm>
            <a:off x="5579338" y="804863"/>
            <a:ext cx="5716587" cy="5248276"/>
          </a:xfrm>
          <a:prstGeom prst="rect">
            <a:avLst/>
          </a:prstGeom>
        </p:spPr>
        <p:txBody>
          <a:bodyPr anchor="ctr"/>
          <a:lstStyle>
            <a:lvl1pPr marL="283464" indent="-283464">
              <a:lnSpc>
                <a:spcPct val="125000"/>
              </a:lnSpc>
              <a:spcBef>
                <a:spcPts val="0"/>
              </a:spcBef>
              <a:spcAft>
                <a:spcPts val="600"/>
              </a:spcAft>
              <a:defRPr sz="1800"/>
            </a:lvl1pPr>
            <a:lvl2pPr marL="731520" indent="-283464">
              <a:lnSpc>
                <a:spcPct val="125000"/>
              </a:lnSpc>
              <a:spcBef>
                <a:spcPts val="0"/>
              </a:spcBef>
              <a:spcAft>
                <a:spcPts val="600"/>
              </a:spcAft>
              <a:defRPr sz="1800"/>
            </a:lvl2pPr>
            <a:lvl3pPr marL="1097280" indent="-283464">
              <a:lnSpc>
                <a:spcPct val="125000"/>
              </a:lnSpc>
              <a:spcBef>
                <a:spcPts val="0"/>
              </a:spcBef>
              <a:spcAft>
                <a:spcPts val="600"/>
              </a:spcAft>
              <a:defRPr sz="1800"/>
            </a:lvl3pPr>
            <a:lvl4pPr marL="1463040" indent="-283464">
              <a:lnSpc>
                <a:spcPct val="125000"/>
              </a:lnSpc>
              <a:spcBef>
                <a:spcPts val="0"/>
              </a:spcBef>
              <a:spcAft>
                <a:spcPts val="600"/>
              </a:spcAft>
              <a:defRPr sz="1800"/>
            </a:lvl4pPr>
            <a:lvl5pPr marL="1828800" indent="-283464">
              <a:lnSpc>
                <a:spcPct val="125000"/>
              </a:lnSpc>
              <a:spcBef>
                <a:spcPts val="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D38E30C9-543F-4532-B571-2F2EF52E7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17" name="Footer Placeholder 4">
            <a:extLst>
              <a:ext uri="{FF2B5EF4-FFF2-40B4-BE49-F238E27FC236}">
                <a16:creationId xmlns:a16="http://schemas.microsoft.com/office/drawing/2014/main" id="{9E2F8B6B-A63E-448F-86E5-CF3F12A297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18" name="Slide Number Placeholder 5">
            <a:extLst>
              <a:ext uri="{FF2B5EF4-FFF2-40B4-BE49-F238E27FC236}">
                <a16:creationId xmlns:a16="http://schemas.microsoft.com/office/drawing/2014/main" id="{5EC1D779-DE8A-45DF-9A79-70F63DD68B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4764910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5AC9-F6E1-46F9-8810-475475E17B9A}"/>
              </a:ext>
            </a:extLst>
          </p:cNvPr>
          <p:cNvSpPr>
            <a:spLocks noGrp="1"/>
          </p:cNvSpPr>
          <p:nvPr>
            <p:ph type="title" hasCustomPrompt="1"/>
          </p:nvPr>
        </p:nvSpPr>
        <p:spPr>
          <a:xfrm>
            <a:off x="5134980" y="706056"/>
            <a:ext cx="6323957" cy="1088020"/>
          </a:xfrm>
          <a:prstGeom prst="rect">
            <a:avLst/>
          </a:prstGeom>
          <a:ln w="28575">
            <a:solidFill>
              <a:schemeClr val="accent2"/>
            </a:solidFill>
          </a:ln>
        </p:spPr>
        <p:txBody>
          <a:bodyPr anchor="ctr"/>
          <a:lstStyle>
            <a:lvl1pPr algn="ctr">
              <a:defRPr sz="2400" cap="all" spc="100" baseline="0">
                <a:solidFill>
                  <a:schemeClr val="accent2"/>
                </a:solidFill>
              </a:defRPr>
            </a:lvl1pPr>
          </a:lstStyle>
          <a:p>
            <a:r>
              <a:rPr lang="en-US" dirty="0"/>
              <a:t>Title</a:t>
            </a:r>
          </a:p>
        </p:txBody>
      </p:sp>
      <p:sp>
        <p:nvSpPr>
          <p:cNvPr id="9" name="Picture Placeholder 8">
            <a:extLst>
              <a:ext uri="{FF2B5EF4-FFF2-40B4-BE49-F238E27FC236}">
                <a16:creationId xmlns:a16="http://schemas.microsoft.com/office/drawing/2014/main" id="{952C02D9-C262-43C0-BE24-402661B0594A}"/>
              </a:ext>
            </a:extLst>
          </p:cNvPr>
          <p:cNvSpPr>
            <a:spLocks noGrp="1"/>
          </p:cNvSpPr>
          <p:nvPr>
            <p:ph type="pic" sz="quarter" idx="10" hasCustomPrompt="1"/>
          </p:nvPr>
        </p:nvSpPr>
        <p:spPr>
          <a:xfrm>
            <a:off x="-1" y="0"/>
            <a:ext cx="4495801" cy="6858000"/>
          </a:xfrm>
          <a:prstGeom prst="rect">
            <a:avLst/>
          </a:prstGeom>
        </p:spPr>
        <p:txBody>
          <a:bodyPr/>
          <a:lstStyle>
            <a:lvl1pPr marL="0" indent="0" algn="ctr">
              <a:buNone/>
              <a:defRPr sz="2000"/>
            </a:lvl1pPr>
          </a:lstStyle>
          <a:p>
            <a:r>
              <a:rPr lang="en-US" dirty="0"/>
              <a:t>Click to add photo</a:t>
            </a:r>
          </a:p>
        </p:txBody>
      </p:sp>
      <p:sp>
        <p:nvSpPr>
          <p:cNvPr id="6" name="Content Placeholder 5">
            <a:extLst>
              <a:ext uri="{FF2B5EF4-FFF2-40B4-BE49-F238E27FC236}">
                <a16:creationId xmlns:a16="http://schemas.microsoft.com/office/drawing/2014/main" id="{3BC3273F-AE8F-21E6-A06E-52686D65496D}"/>
              </a:ext>
            </a:extLst>
          </p:cNvPr>
          <p:cNvSpPr>
            <a:spLocks noGrp="1"/>
          </p:cNvSpPr>
          <p:nvPr>
            <p:ph sz="quarter" idx="11" hasCustomPrompt="1"/>
          </p:nvPr>
        </p:nvSpPr>
        <p:spPr>
          <a:xfrm>
            <a:off x="5135563" y="2291786"/>
            <a:ext cx="301783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A011C768-FB8E-F917-0CF9-C9B7DA4CAA62}"/>
              </a:ext>
            </a:extLst>
          </p:cNvPr>
          <p:cNvSpPr>
            <a:spLocks noGrp="1"/>
          </p:cNvSpPr>
          <p:nvPr>
            <p:ph sz="quarter" idx="12" hasCustomPrompt="1"/>
          </p:nvPr>
        </p:nvSpPr>
        <p:spPr>
          <a:xfrm>
            <a:off x="8473281" y="2294680"/>
            <a:ext cx="313612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Date Placeholder 3">
            <a:extLst>
              <a:ext uri="{FF2B5EF4-FFF2-40B4-BE49-F238E27FC236}">
                <a16:creationId xmlns:a16="http://schemas.microsoft.com/office/drawing/2014/main" id="{61AB9D5A-1951-48B0-9CAE-84FC869BE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31" name="Footer Placeholder 4">
            <a:extLst>
              <a:ext uri="{FF2B5EF4-FFF2-40B4-BE49-F238E27FC236}">
                <a16:creationId xmlns:a16="http://schemas.microsoft.com/office/drawing/2014/main" id="{3AEF9F4B-0EB4-4C9F-9159-80E393F3A1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32" name="Slide Number Placeholder 5">
            <a:extLst>
              <a:ext uri="{FF2B5EF4-FFF2-40B4-BE49-F238E27FC236}">
                <a16:creationId xmlns:a16="http://schemas.microsoft.com/office/drawing/2014/main" id="{6BC4F905-196D-4DFF-9947-C56088B56F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0312096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D970D0-182D-96E3-04B5-5D634F9C4F08}"/>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6AEFB40-063A-41A7-9581-865BBE62C3C5}"/>
              </a:ext>
            </a:extLst>
          </p:cNvPr>
          <p:cNvSpPr>
            <a:spLocks noGrp="1"/>
          </p:cNvSpPr>
          <p:nvPr>
            <p:ph type="title" hasCustomPrompt="1"/>
          </p:nvPr>
        </p:nvSpPr>
        <p:spPr>
          <a:xfrm>
            <a:off x="838200" y="226143"/>
            <a:ext cx="10515600" cy="1229033"/>
          </a:xfrm>
          <a:prstGeom prst="rect">
            <a:avLst/>
          </a:prstGeom>
        </p:spPr>
        <p:txBody>
          <a:bodyPr anchor="b"/>
          <a:lstStyle>
            <a:lvl1pPr algn="ctr">
              <a:defRPr sz="2400" cap="all" spc="100" baseline="0">
                <a:solidFill>
                  <a:schemeClr val="tx2">
                    <a:lumMod val="75000"/>
                  </a:schemeClr>
                </a:solidFill>
              </a:defRPr>
            </a:lvl1pPr>
          </a:lstStyle>
          <a:p>
            <a:r>
              <a:rPr lang="en-US" dirty="0"/>
              <a:t>Click to add title</a:t>
            </a:r>
          </a:p>
        </p:txBody>
      </p:sp>
      <p:sp>
        <p:nvSpPr>
          <p:cNvPr id="8" name="Content Placeholder 7">
            <a:extLst>
              <a:ext uri="{FF2B5EF4-FFF2-40B4-BE49-F238E27FC236}">
                <a16:creationId xmlns:a16="http://schemas.microsoft.com/office/drawing/2014/main" id="{9E453354-6167-7227-F443-F984688CC493}"/>
              </a:ext>
            </a:extLst>
          </p:cNvPr>
          <p:cNvSpPr>
            <a:spLocks noGrp="1"/>
          </p:cNvSpPr>
          <p:nvPr>
            <p:ph sz="quarter" idx="10" hasCustomPrompt="1"/>
          </p:nvPr>
        </p:nvSpPr>
        <p:spPr>
          <a:xfrm>
            <a:off x="849775" y="2858625"/>
            <a:ext cx="3941763" cy="3338513"/>
          </a:xfrm>
          <a:prstGeom prst="rect">
            <a:avLst/>
          </a:prstGeom>
        </p:spPr>
        <p:txBody>
          <a:bodyPr/>
          <a:lstStyle>
            <a:lvl1pPr marL="347472" indent="-347472">
              <a:lnSpc>
                <a:spcPct val="125000"/>
              </a:lnSpc>
              <a:spcBef>
                <a:spcPts val="0"/>
              </a:spcBef>
              <a:spcAft>
                <a:spcPts val="600"/>
              </a:spcAft>
              <a:buFont typeface="+mj-lt"/>
              <a:buAutoNum type="arabicPeriod"/>
              <a:defRPr sz="1800" spc="100" baseline="0"/>
            </a:lvl1pPr>
            <a:lvl2pPr marL="685800" indent="-347472">
              <a:lnSpc>
                <a:spcPct val="125000"/>
              </a:lnSpc>
              <a:spcBef>
                <a:spcPts val="0"/>
              </a:spcBef>
              <a:spcAft>
                <a:spcPts val="600"/>
              </a:spcAft>
              <a:buFont typeface="+mj-lt"/>
              <a:buAutoNum type="alphaLcPeriod"/>
              <a:defRPr sz="1600" spc="100" baseline="0"/>
            </a:lvl2pPr>
            <a:lvl3pPr marL="1143000" indent="-347472">
              <a:lnSpc>
                <a:spcPct val="125000"/>
              </a:lnSpc>
              <a:spcBef>
                <a:spcPts val="0"/>
              </a:spcBef>
              <a:spcAft>
                <a:spcPts val="600"/>
              </a:spcAft>
              <a:buFont typeface="+mj-lt"/>
              <a:buAutoNum type="arabicParenR"/>
              <a:defRPr sz="1400" spc="100" baseline="0"/>
            </a:lvl3pPr>
            <a:lvl4pPr marL="1600200" indent="-347472">
              <a:lnSpc>
                <a:spcPct val="125000"/>
              </a:lnSpc>
              <a:spcBef>
                <a:spcPts val="0"/>
              </a:spcBef>
              <a:spcAft>
                <a:spcPts val="600"/>
              </a:spcAft>
              <a:buFont typeface="+mj-lt"/>
              <a:buAutoNum type="alphaLcParenR"/>
              <a:defRPr sz="1200" spc="100" baseline="0"/>
            </a:lvl4pPr>
            <a:lvl5pPr marL="2057400" indent="-347472">
              <a:lnSpc>
                <a:spcPct val="125000"/>
              </a:lnSpc>
              <a:spcBef>
                <a:spcPts val="0"/>
              </a:spcBef>
              <a:spcAft>
                <a:spcPts val="600"/>
              </a:spcAft>
              <a:buFont typeface="+mj-lt"/>
              <a:buAutoNum type="romanLcPeriod"/>
              <a:defRPr sz="12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7">
            <a:extLst>
              <a:ext uri="{FF2B5EF4-FFF2-40B4-BE49-F238E27FC236}">
                <a16:creationId xmlns:a16="http://schemas.microsoft.com/office/drawing/2014/main" id="{DDA14B5C-C6A4-65FB-34DD-E1C0FF465FF7}"/>
              </a:ext>
            </a:extLst>
          </p:cNvPr>
          <p:cNvSpPr>
            <a:spLocks noGrp="1"/>
          </p:cNvSpPr>
          <p:nvPr>
            <p:ph sz="quarter" idx="11" hasCustomPrompt="1"/>
          </p:nvPr>
        </p:nvSpPr>
        <p:spPr>
          <a:xfrm>
            <a:off x="5342681" y="2858625"/>
            <a:ext cx="6011119" cy="3338513"/>
          </a:xfrm>
          <a:prstGeom prst="rect">
            <a:avLst/>
          </a:prstGeom>
        </p:spPr>
        <p:txBody>
          <a:bodyPr/>
          <a:lstStyle>
            <a:lvl1pPr marL="0" indent="0">
              <a:lnSpc>
                <a:spcPct val="125000"/>
              </a:lnSpc>
              <a:spcBef>
                <a:spcPts val="0"/>
              </a:spcBef>
              <a:spcAft>
                <a:spcPts val="600"/>
              </a:spcAft>
              <a:buFont typeface="+mj-lt"/>
              <a:buNone/>
              <a:defRPr sz="1800" spc="100" baseline="0"/>
            </a:lvl1pPr>
            <a:lvl2pPr marL="285750" indent="-285750">
              <a:lnSpc>
                <a:spcPct val="125000"/>
              </a:lnSpc>
              <a:spcBef>
                <a:spcPts val="0"/>
              </a:spcBef>
              <a:spcAft>
                <a:spcPts val="600"/>
              </a:spcAft>
              <a:buFont typeface="Arial" panose="020B0604020202020204" pitchFamily="34" charset="0"/>
              <a:buChar char="•"/>
              <a:defRPr sz="1800" spc="100" baseline="0"/>
            </a:lvl2pPr>
            <a:lvl3pPr marL="685800" indent="-285750">
              <a:lnSpc>
                <a:spcPct val="125000"/>
              </a:lnSpc>
              <a:spcBef>
                <a:spcPts val="0"/>
              </a:spcBef>
              <a:spcAft>
                <a:spcPts val="600"/>
              </a:spcAft>
              <a:buFont typeface="Arial" panose="020B0604020202020204" pitchFamily="34" charset="0"/>
              <a:buChar char="•"/>
              <a:defRPr sz="1800" spc="100" baseline="0"/>
            </a:lvl3pPr>
            <a:lvl4pPr marL="1143000" indent="-285750">
              <a:lnSpc>
                <a:spcPct val="125000"/>
              </a:lnSpc>
              <a:spcBef>
                <a:spcPts val="0"/>
              </a:spcBef>
              <a:spcAft>
                <a:spcPts val="600"/>
              </a:spcAft>
              <a:buFont typeface="Arial" panose="020B0604020202020204" pitchFamily="34" charset="0"/>
              <a:buChar char="•"/>
              <a:defRPr sz="1800" spc="100" baseline="0"/>
            </a:lvl4pPr>
            <a:lvl5pPr marL="1600200" indent="-285750">
              <a:lnSpc>
                <a:spcPct val="125000"/>
              </a:lnSpc>
              <a:spcBef>
                <a:spcPts val="0"/>
              </a:spcBef>
              <a:spcAft>
                <a:spcPts val="600"/>
              </a:spcAft>
              <a:buFont typeface="Arial" panose="020B0604020202020204" pitchFamily="34" charset="0"/>
              <a:buChar char="•"/>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Date Placeholder 3">
            <a:extLst>
              <a:ext uri="{FF2B5EF4-FFF2-40B4-BE49-F238E27FC236}">
                <a16:creationId xmlns:a16="http://schemas.microsoft.com/office/drawing/2014/main" id="{573EDDB2-8AC2-4A88-95EE-20082E77DE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41" name="Footer Placeholder 4">
            <a:extLst>
              <a:ext uri="{FF2B5EF4-FFF2-40B4-BE49-F238E27FC236}">
                <a16:creationId xmlns:a16="http://schemas.microsoft.com/office/drawing/2014/main" id="{325A34CF-B8DC-4A28-86BC-8D450E3D3C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42" name="Slide Number Placeholder 5">
            <a:extLst>
              <a:ext uri="{FF2B5EF4-FFF2-40B4-BE49-F238E27FC236}">
                <a16:creationId xmlns:a16="http://schemas.microsoft.com/office/drawing/2014/main" id="{3F009426-0603-4EF7-8DE1-0CA50818F7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14765567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E109A-BBBE-498A-AC65-464AAF5710C4}"/>
              </a:ext>
            </a:extLst>
          </p:cNvPr>
          <p:cNvSpPr>
            <a:spLocks noGrp="1"/>
          </p:cNvSpPr>
          <p:nvPr>
            <p:ph type="title" hasCustomPrompt="1"/>
          </p:nvPr>
        </p:nvSpPr>
        <p:spPr>
          <a:xfrm>
            <a:off x="914400" y="766915"/>
            <a:ext cx="2782529" cy="2163098"/>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dirty="0"/>
              <a:t>title</a:t>
            </a:r>
          </a:p>
        </p:txBody>
      </p:sp>
      <p:sp>
        <p:nvSpPr>
          <p:cNvPr id="10" name="Text Placeholder 10">
            <a:extLst>
              <a:ext uri="{FF2B5EF4-FFF2-40B4-BE49-F238E27FC236}">
                <a16:creationId xmlns:a16="http://schemas.microsoft.com/office/drawing/2014/main" id="{7408009F-7441-4960-8688-598E5537784A}"/>
              </a:ext>
            </a:extLst>
          </p:cNvPr>
          <p:cNvSpPr>
            <a:spLocks noGrp="1"/>
          </p:cNvSpPr>
          <p:nvPr>
            <p:ph type="body" sz="quarter" idx="12" hasCustomPrompt="1"/>
          </p:nvPr>
        </p:nvSpPr>
        <p:spPr>
          <a:xfrm>
            <a:off x="4864796" y="960385"/>
            <a:ext cx="6341212" cy="1969628"/>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8" name="Picture Placeholder 7">
            <a:extLst>
              <a:ext uri="{FF2B5EF4-FFF2-40B4-BE49-F238E27FC236}">
                <a16:creationId xmlns:a16="http://schemas.microsoft.com/office/drawing/2014/main" id="{0721A019-F5C2-4A15-A6AE-C03209D1D7DB}"/>
              </a:ext>
            </a:extLst>
          </p:cNvPr>
          <p:cNvSpPr>
            <a:spLocks noGrp="1"/>
          </p:cNvSpPr>
          <p:nvPr>
            <p:ph type="pic" sz="quarter" idx="10" hasCustomPrompt="1"/>
          </p:nvPr>
        </p:nvSpPr>
        <p:spPr>
          <a:xfrm>
            <a:off x="0" y="3716594"/>
            <a:ext cx="12192000" cy="3141406"/>
          </a:xfrm>
          <a:prstGeom prst="rect">
            <a:avLst/>
          </a:prstGeom>
        </p:spPr>
        <p:txBody>
          <a:bodyPr/>
          <a:lstStyle>
            <a:lvl1pPr marL="0" indent="0" algn="ctr">
              <a:buNone/>
              <a:defRPr/>
            </a:lvl1pPr>
          </a:lstStyle>
          <a:p>
            <a:r>
              <a:rPr lang="en-US" dirty="0"/>
              <a:t>Click to add photo</a:t>
            </a:r>
          </a:p>
        </p:txBody>
      </p:sp>
      <p:sp>
        <p:nvSpPr>
          <p:cNvPr id="11" name="Date Placeholder 3">
            <a:extLst>
              <a:ext uri="{FF2B5EF4-FFF2-40B4-BE49-F238E27FC236}">
                <a16:creationId xmlns:a16="http://schemas.microsoft.com/office/drawing/2014/main" id="{CFE1DF53-32D0-456E-8221-7FCD23325D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12" name="Footer Placeholder 4">
            <a:extLst>
              <a:ext uri="{FF2B5EF4-FFF2-40B4-BE49-F238E27FC236}">
                <a16:creationId xmlns:a16="http://schemas.microsoft.com/office/drawing/2014/main" id="{DC108F1B-58C5-43B6-8251-B1392CA9A8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C530B1E0-03D4-4E5B-A2A7-903B17B30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6912113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6722F2-1968-8B82-9382-187D808D9CAE}"/>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9">
            <a:extLst>
              <a:ext uri="{FF2B5EF4-FFF2-40B4-BE49-F238E27FC236}">
                <a16:creationId xmlns:a16="http://schemas.microsoft.com/office/drawing/2014/main" id="{8F6663C8-5425-48D7-9E9D-F2B794222FA5}"/>
              </a:ext>
            </a:extLst>
          </p:cNvPr>
          <p:cNvSpPr>
            <a:spLocks noGrp="1"/>
          </p:cNvSpPr>
          <p:nvPr>
            <p:ph type="title" hasCustomPrompt="1"/>
          </p:nvPr>
        </p:nvSpPr>
        <p:spPr>
          <a:xfrm>
            <a:off x="838200" y="241541"/>
            <a:ext cx="10515600" cy="1215894"/>
          </a:xfrm>
          <a:prstGeom prst="rect">
            <a:avLst/>
          </a:prstGeom>
        </p:spPr>
        <p:txBody>
          <a:bodyPr anchor="b"/>
          <a:lstStyle>
            <a:lvl1pPr algn="ctr">
              <a:defRPr sz="2400" cap="all" spc="100" baseline="0">
                <a:solidFill>
                  <a:schemeClr val="tx2"/>
                </a:solidFill>
              </a:defRPr>
            </a:lvl1pPr>
          </a:lstStyle>
          <a:p>
            <a:r>
              <a:rPr lang="en-US" dirty="0"/>
              <a:t>CLICK TO add title</a:t>
            </a:r>
          </a:p>
        </p:txBody>
      </p:sp>
      <p:sp>
        <p:nvSpPr>
          <p:cNvPr id="30" name="Content Placeholder 29">
            <a:extLst>
              <a:ext uri="{FF2B5EF4-FFF2-40B4-BE49-F238E27FC236}">
                <a16:creationId xmlns:a16="http://schemas.microsoft.com/office/drawing/2014/main" id="{E7176063-74EF-4FC1-A687-2F5900412F55}"/>
              </a:ext>
            </a:extLst>
          </p:cNvPr>
          <p:cNvSpPr>
            <a:spLocks noGrp="1"/>
          </p:cNvSpPr>
          <p:nvPr>
            <p:ph sz="quarter" idx="35" hasCustomPrompt="1"/>
          </p:nvPr>
        </p:nvSpPr>
        <p:spPr>
          <a:xfrm>
            <a:off x="859468" y="2674190"/>
            <a:ext cx="10494331" cy="3605840"/>
          </a:xfrm>
          <a:prstGeom prst="rect">
            <a:avLst/>
          </a:prstGeom>
        </p:spPr>
        <p:txBody>
          <a:bodyPr/>
          <a:lstStyle>
            <a:lvl1pPr marL="0" indent="0">
              <a:buNone/>
              <a:defRPr sz="14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058ECB-2935-45B1-80F1-ED38302C2759}"/>
              </a:ext>
            </a:extLst>
          </p:cNvPr>
          <p:cNvSpPr>
            <a:spLocks noGrp="1"/>
          </p:cNvSpPr>
          <p:nvPr>
            <p:ph type="dt" sz="half" idx="10"/>
          </p:nvPr>
        </p:nvSpPr>
        <p:spPr>
          <a:xfrm>
            <a:off x="838200" y="6356350"/>
            <a:ext cx="2743200" cy="365125"/>
          </a:xfrm>
          <a:prstGeom prst="rect">
            <a:avLst/>
          </a:prstGeom>
        </p:spPr>
        <p:txBody>
          <a:bodyPr/>
          <a:lstStyle/>
          <a:p>
            <a:r>
              <a:rPr lang="en-US" dirty="0"/>
              <a:t>20XX</a:t>
            </a:r>
          </a:p>
        </p:txBody>
      </p:sp>
      <p:sp>
        <p:nvSpPr>
          <p:cNvPr id="4" name="Footer Placeholder 3">
            <a:extLst>
              <a:ext uri="{FF2B5EF4-FFF2-40B4-BE49-F238E27FC236}">
                <a16:creationId xmlns:a16="http://schemas.microsoft.com/office/drawing/2014/main" id="{B8FC42CC-A62B-40E8-907A-F15D7C216F8A}"/>
              </a:ext>
            </a:extLst>
          </p:cNvPr>
          <p:cNvSpPr>
            <a:spLocks noGrp="1"/>
          </p:cNvSpPr>
          <p:nvPr>
            <p:ph type="ftr" sz="quarter" idx="11"/>
          </p:nvPr>
        </p:nvSpPr>
        <p:spPr>
          <a:xfrm>
            <a:off x="4038600" y="6356350"/>
            <a:ext cx="4114800" cy="365125"/>
          </a:xfrm>
          <a:prstGeom prst="rect">
            <a:avLst/>
          </a:prstGeom>
        </p:spPr>
        <p:txBody>
          <a:bodyPr/>
          <a:lstStyle/>
          <a:p>
            <a:r>
              <a:rPr lang="en-US" dirty="0"/>
              <a:t>Pitch deck</a:t>
            </a:r>
          </a:p>
        </p:txBody>
      </p:sp>
      <p:sp>
        <p:nvSpPr>
          <p:cNvPr id="5" name="Slide Number Placeholder 4">
            <a:extLst>
              <a:ext uri="{FF2B5EF4-FFF2-40B4-BE49-F238E27FC236}">
                <a16:creationId xmlns:a16="http://schemas.microsoft.com/office/drawing/2014/main" id="{333E0735-85DE-48C3-8FE9-0754F9ABD6C1}"/>
              </a:ext>
            </a:extLst>
          </p:cNvPr>
          <p:cNvSpPr>
            <a:spLocks noGrp="1"/>
          </p:cNvSpPr>
          <p:nvPr>
            <p:ph type="sldNum" sz="quarter" idx="12"/>
          </p:nvPr>
        </p:nvSpPr>
        <p:spPr>
          <a:xfrm>
            <a:off x="8610600" y="6356350"/>
            <a:ext cx="2743200" cy="365125"/>
          </a:xfrm>
          <a:prstGeom prst="rect">
            <a:avLst/>
          </a:prstGeom>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781160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US"/>
              <a:t>Pitch deck</a:t>
            </a:r>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r>
              <a:rPr lang="en-US"/>
              <a:t>20XX</a:t>
            </a:r>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638819783"/>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6" r:id="rId17"/>
    <p:sldLayoutId id="2147483717" r:id="rId18"/>
    <p:sldLayoutId id="2147483718" r:id="rId19"/>
    <p:sldLayoutId id="2147483719" r:id="rId20"/>
    <p:sldLayoutId id="2147483655" r:id="rId21"/>
    <p:sldLayoutId id="2147483656" r:id="rId22"/>
    <p:sldLayoutId id="2147483673" r:id="rId23"/>
    <p:sldLayoutId id="2147483651" r:id="rId24"/>
    <p:sldLayoutId id="2147483652" r:id="rId25"/>
    <p:sldLayoutId id="2147483653" r:id="rId26"/>
    <p:sldLayoutId id="2147483650" r:id="rId27"/>
    <p:sldLayoutId id="2147483662" r:id="rId28"/>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eg"/><Relationship Id="rId7" Type="http://schemas.openxmlformats.org/officeDocument/2006/relationships/diagramColors" Target="../diagrams/colors3.xml"/><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1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18.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2.xml"/><Relationship Id="rId1" Type="http://schemas.openxmlformats.org/officeDocument/2006/relationships/slideLayout" Target="../slideLayouts/slideLayout18.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1.jpeg"/><Relationship Id="rId7" Type="http://schemas.openxmlformats.org/officeDocument/2006/relationships/diagramColors" Target="../diagrams/colors8.xml"/><Relationship Id="rId2" Type="http://schemas.openxmlformats.org/officeDocument/2006/relationships/notesSlide" Target="../notesSlides/notesSlide13.xml"/><Relationship Id="rId1" Type="http://schemas.openxmlformats.org/officeDocument/2006/relationships/slideLayout" Target="../slideLayouts/slideLayout18.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4.xml"/><Relationship Id="rId1" Type="http://schemas.openxmlformats.org/officeDocument/2006/relationships/slideLayout" Target="../slideLayouts/slideLayout18.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7.xml"/><Relationship Id="rId1" Type="http://schemas.openxmlformats.org/officeDocument/2006/relationships/slideLayout" Target="../slideLayouts/slideLayout18.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8.xml"/><Relationship Id="rId1" Type="http://schemas.openxmlformats.org/officeDocument/2006/relationships/slideLayout" Target="../slideLayouts/slideLayout18.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9.xml"/><Relationship Id="rId1" Type="http://schemas.openxmlformats.org/officeDocument/2006/relationships/slideLayout" Target="../slideLayouts/slideLayout18.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25.xml"/><Relationship Id="rId1" Type="http://schemas.openxmlformats.org/officeDocument/2006/relationships/slideLayout" Target="../slideLayouts/slideLayout18.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5" name="Freeform 6">
            <a:extLst>
              <a:ext uri="{FF2B5EF4-FFF2-40B4-BE49-F238E27FC236}">
                <a16:creationId xmlns:a16="http://schemas.microsoft.com/office/drawing/2014/main" id="{8775F366-526C-4C42-8931-696FFE8AA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63" name="Rectangle 56">
            <a:extLst>
              <a:ext uri="{FF2B5EF4-FFF2-40B4-BE49-F238E27FC236}">
                <a16:creationId xmlns:a16="http://schemas.microsoft.com/office/drawing/2014/main" id="{209699A8-9F52-4C34-9606-370C555BC9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C0147929-8D39-DAA9-C3C5-4829D9C31C27}"/>
              </a:ext>
            </a:extLst>
          </p:cNvPr>
          <p:cNvSpPr>
            <a:spLocks noGrp="1"/>
          </p:cNvSpPr>
          <p:nvPr>
            <p:ph type="title"/>
          </p:nvPr>
        </p:nvSpPr>
        <p:spPr>
          <a:xfrm>
            <a:off x="965199" y="1240780"/>
            <a:ext cx="6086857" cy="4376440"/>
          </a:xfrm>
          <a:ln>
            <a:solidFill>
              <a:schemeClr val="accent1"/>
            </a:solidFill>
          </a:ln>
          <a:effectLst/>
        </p:spPr>
        <p:txBody>
          <a:bodyPr vert="horz" lIns="91440" tIns="45720" rIns="91440" bIns="45720" rtlCol="0" anchor="ctr">
            <a:normAutofit/>
          </a:bodyPr>
          <a:lstStyle/>
          <a:p>
            <a:pPr algn="r"/>
            <a:r>
              <a:rPr lang="en-US" sz="4400" cap="all" spc="100" baseline="0" dirty="0">
                <a:solidFill>
                  <a:schemeClr val="tx1"/>
                </a:solidFill>
                <a:latin typeface="Cambria" panose="02040503050406030204" pitchFamily="18" charset="0"/>
                <a:ea typeface="Cambria" panose="02040503050406030204" pitchFamily="18" charset="0"/>
              </a:rPr>
              <a:t>Welcome to </a:t>
            </a:r>
            <a:br>
              <a:rPr lang="en-US" sz="4400" cap="all" spc="100" baseline="0" dirty="0">
                <a:solidFill>
                  <a:schemeClr val="tx1"/>
                </a:solidFill>
                <a:latin typeface="Cambria" panose="02040503050406030204" pitchFamily="18" charset="0"/>
                <a:ea typeface="Cambria" panose="02040503050406030204" pitchFamily="18" charset="0"/>
              </a:rPr>
            </a:br>
            <a:r>
              <a:rPr lang="en-US" sz="4400" cap="all" spc="100" baseline="0" dirty="0">
                <a:solidFill>
                  <a:schemeClr val="tx1"/>
                </a:solidFill>
                <a:latin typeface="Cambria" panose="02040503050406030204" pitchFamily="18" charset="0"/>
                <a:ea typeface="Cambria" panose="02040503050406030204" pitchFamily="18" charset="0"/>
              </a:rPr>
              <a:t>Destiny Springs </a:t>
            </a:r>
            <a:br>
              <a:rPr lang="en-US" sz="4400" cap="all" spc="100" baseline="0" dirty="0">
                <a:solidFill>
                  <a:schemeClr val="tx1"/>
                </a:solidFill>
                <a:latin typeface="Cambria" panose="02040503050406030204" pitchFamily="18" charset="0"/>
                <a:ea typeface="Cambria" panose="02040503050406030204" pitchFamily="18" charset="0"/>
              </a:rPr>
            </a:br>
            <a:r>
              <a:rPr lang="en-US" sz="4400" cap="all" spc="100" baseline="0" dirty="0">
                <a:solidFill>
                  <a:schemeClr val="tx1"/>
                </a:solidFill>
                <a:latin typeface="Cambria" panose="02040503050406030204" pitchFamily="18" charset="0"/>
                <a:ea typeface="Cambria" panose="02040503050406030204" pitchFamily="18" charset="0"/>
              </a:rPr>
              <a:t>SERVICE Excellence</a:t>
            </a:r>
          </a:p>
        </p:txBody>
      </p:sp>
      <p:sp>
        <p:nvSpPr>
          <p:cNvPr id="2" name="TextBox 1">
            <a:extLst>
              <a:ext uri="{FF2B5EF4-FFF2-40B4-BE49-F238E27FC236}">
                <a16:creationId xmlns:a16="http://schemas.microsoft.com/office/drawing/2014/main" id="{068D3561-3B3A-4DED-B6BC-F2AE73EBADD9}"/>
              </a:ext>
            </a:extLst>
          </p:cNvPr>
          <p:cNvSpPr txBox="1"/>
          <p:nvPr/>
        </p:nvSpPr>
        <p:spPr>
          <a:xfrm>
            <a:off x="8017256" y="1240780"/>
            <a:ext cx="3364746" cy="4376440"/>
          </a:xfrm>
          <a:prstGeom prst="rect">
            <a:avLst/>
          </a:prstGeom>
          <a:effectLst/>
        </p:spPr>
        <p:txBody>
          <a:bodyPr vert="horz" lIns="91440" tIns="45720" rIns="91440" bIns="45720" rtlCol="0" anchor="ctr">
            <a:normAutofit/>
          </a:bodyPr>
          <a:lstStyle/>
          <a:p>
            <a:pPr>
              <a:spcBef>
                <a:spcPct val="20000"/>
              </a:spcBef>
              <a:spcAft>
                <a:spcPts val="600"/>
              </a:spcAft>
              <a:buClr>
                <a:schemeClr val="accent1"/>
              </a:buClr>
            </a:pPr>
            <a:r>
              <a:rPr lang="en-US" sz="2400" b="1" cap="all" spc="100" baseline="0" dirty="0">
                <a:latin typeface="Cambria" panose="02040503050406030204" pitchFamily="18" charset="0"/>
                <a:ea typeface="Cambria" panose="02040503050406030204" pitchFamily="18" charset="0"/>
              </a:rPr>
              <a:t>Connie Cooper – Director of Risk Management</a:t>
            </a:r>
          </a:p>
        </p:txBody>
      </p:sp>
      <p:cxnSp>
        <p:nvCxnSpPr>
          <p:cNvPr id="64" name="Straight Connector 58">
            <a:extLst>
              <a:ext uri="{FF2B5EF4-FFF2-40B4-BE49-F238E27FC236}">
                <a16:creationId xmlns:a16="http://schemas.microsoft.com/office/drawing/2014/main" id="{90CF8BA8-E7AA-4F97-9E4C-CD11742FA0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4656" y="1696777"/>
            <a:ext cx="0" cy="3464447"/>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2" name="Slide Number Placeholder 4">
            <a:extLst>
              <a:ext uri="{FF2B5EF4-FFF2-40B4-BE49-F238E27FC236}">
                <a16:creationId xmlns:a16="http://schemas.microsoft.com/office/drawing/2014/main" id="{80E9481D-19BC-ABBA-E6B8-D3B606BA463C}"/>
              </a:ext>
            </a:extLst>
          </p:cNvPr>
          <p:cNvSpPr>
            <a:spLocks noGrp="1"/>
          </p:cNvSpPr>
          <p:nvPr>
            <p:ph type="sldNum" sz="quarter" idx="4"/>
          </p:nvPr>
        </p:nvSpPr>
        <p:spPr>
          <a:xfrm>
            <a:off x="10678331" y="5915888"/>
            <a:ext cx="1062155" cy="490599"/>
          </a:xfrm>
        </p:spPr>
        <p:txBody>
          <a:bodyPr vert="horz" lIns="91440" tIns="45720" rIns="91440" bIns="10800" rtlCol="0" anchor="b">
            <a:normAutofit/>
          </a:bodyPr>
          <a:lstStyle/>
          <a:p>
            <a:pPr>
              <a:spcAft>
                <a:spcPts val="600"/>
              </a:spcAft>
            </a:pPr>
            <a:fld id="{EA87306C-81BA-4795-A5CA-9392456A8C1E}" type="slidenum">
              <a:rPr lang="en-US" sz="2000" kern="1200" smtClean="0">
                <a:solidFill>
                  <a:schemeClr val="accent1"/>
                </a:solidFill>
                <a:latin typeface="+mn-lt"/>
                <a:ea typeface="+mn-ea"/>
                <a:cs typeface="+mn-cs"/>
              </a:rPr>
              <a:pPr>
                <a:spcAft>
                  <a:spcPts val="600"/>
                </a:spcAft>
              </a:pPr>
              <a:t>1</a:t>
            </a:fld>
            <a:endParaRPr lang="en-US" sz="2000" kern="1200" dirty="0">
              <a:solidFill>
                <a:schemeClr val="accent1"/>
              </a:solidFill>
              <a:latin typeface="+mn-lt"/>
              <a:ea typeface="+mn-ea"/>
              <a:cs typeface="+mn-cs"/>
            </a:endParaRPr>
          </a:p>
        </p:txBody>
      </p:sp>
    </p:spTree>
    <p:extLst>
      <p:ext uri="{BB962C8B-B14F-4D97-AF65-F5344CB8AC3E}">
        <p14:creationId xmlns:p14="http://schemas.microsoft.com/office/powerpoint/2010/main" val="17602684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1" name="Rectangle 20">
            <a:extLst>
              <a:ext uri="{FF2B5EF4-FFF2-40B4-BE49-F238E27FC236}">
                <a16:creationId xmlns:a16="http://schemas.microsoft.com/office/drawing/2014/main" id="{5940F547-7206-4401-94FB-F8421915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n on a spiral notebook&#10;&#10;Description automatically generated"/>
          <p:cNvPicPr>
            <a:picLocks noChangeAspect="1"/>
          </p:cNvPicPr>
          <p:nvPr/>
        </p:nvPicPr>
        <p:blipFill>
          <a:blip r:embed="rId3" cstate="screen">
            <a:alphaModFix amt="40000"/>
            <a:extLst>
              <a:ext uri="{28A0092B-C50C-407E-A947-70E740481C1C}">
                <a14:useLocalDpi xmlns:a14="http://schemas.microsoft.com/office/drawing/2010/main"/>
              </a:ext>
            </a:extLst>
          </a:blip>
          <a:srcRect l="10667" r="-1" b="-1"/>
          <a:stretch/>
        </p:blipFill>
        <p:spPr>
          <a:xfrm>
            <a:off x="20" y="10"/>
            <a:ext cx="12191980" cy="6857990"/>
          </a:xfrm>
          <a:prstGeom prst="rect">
            <a:avLst/>
          </a:prstGeom>
          <a:noFill/>
        </p:spPr>
      </p:pic>
      <p:sp>
        <p:nvSpPr>
          <p:cNvPr id="2" name="Title 1"/>
          <p:cNvSpPr>
            <a:spLocks noGrp="1"/>
          </p:cNvSpPr>
          <p:nvPr>
            <p:ph type="title"/>
          </p:nvPr>
        </p:nvSpPr>
        <p:spPr>
          <a:xfrm>
            <a:off x="810000" y="447188"/>
            <a:ext cx="10571998" cy="970450"/>
          </a:xfrm>
        </p:spPr>
        <p:txBody>
          <a:bodyPr vert="horz" lIns="91440" tIns="45720" rIns="91440" bIns="45720" rtlCol="0" anchor="b">
            <a:normAutofit/>
          </a:bodyPr>
          <a:lstStyle/>
          <a:p>
            <a:r>
              <a:rPr lang="en-US" sz="4000" cap="all" spc="100" baseline="0" dirty="0">
                <a:solidFill>
                  <a:srgbClr val="FEFEFE"/>
                </a:solidFill>
                <a:latin typeface="Cambria" panose="02040503050406030204" pitchFamily="18" charset="0"/>
                <a:ea typeface="Cambria" panose="02040503050406030204" pitchFamily="18" charset="0"/>
              </a:rPr>
              <a:t>Ground Rules</a:t>
            </a:r>
          </a:p>
        </p:txBody>
      </p:sp>
      <p:sp>
        <p:nvSpPr>
          <p:cNvPr id="3" name="Text Placeholder 2"/>
          <p:cNvSpPr>
            <a:spLocks noGrp="1"/>
          </p:cNvSpPr>
          <p:nvPr>
            <p:ph type="body" sz="quarter" idx="19"/>
          </p:nvPr>
        </p:nvSpPr>
        <p:spPr>
          <a:xfrm>
            <a:off x="818712" y="2222287"/>
            <a:ext cx="10554574" cy="3636511"/>
          </a:xfrm>
        </p:spPr>
        <p:txBody>
          <a:bodyPr vert="horz" lIns="91440" tIns="45720" rIns="91440" bIns="45720" rtlCol="0" anchor="ctr">
            <a:normAutofit/>
          </a:bodyPr>
          <a:lstStyle/>
          <a:p>
            <a:pPr marL="342900" algn="l">
              <a:spcBef>
                <a:spcPct val="20000"/>
              </a:spcBef>
              <a:buFont typeface="Wingdings 2" charset="2"/>
              <a:buChar char=""/>
            </a:pPr>
            <a:r>
              <a:rPr lang="en-US" altLang="en-US" dirty="0">
                <a:latin typeface="Cambria" panose="02040503050406030204" pitchFamily="18" charset="0"/>
                <a:ea typeface="Cambria" panose="02040503050406030204" pitchFamily="18" charset="0"/>
              </a:rPr>
              <a:t> Be a respectful</a:t>
            </a:r>
          </a:p>
          <a:p>
            <a:pPr marL="342900" algn="l">
              <a:spcBef>
                <a:spcPct val="20000"/>
              </a:spcBef>
              <a:buFont typeface="Wingdings 2" charset="2"/>
              <a:buChar char=""/>
            </a:pPr>
            <a:r>
              <a:rPr lang="en-US" altLang="en-US" dirty="0">
                <a:latin typeface="Cambria" panose="02040503050406030204" pitchFamily="18" charset="0"/>
                <a:ea typeface="Cambria" panose="02040503050406030204" pitchFamily="18" charset="0"/>
              </a:rPr>
              <a:t> Listen</a:t>
            </a:r>
          </a:p>
          <a:p>
            <a:pPr marL="342900" algn="l">
              <a:spcBef>
                <a:spcPct val="20000"/>
              </a:spcBef>
              <a:buFont typeface="Wingdings 2" charset="2"/>
              <a:buChar char=""/>
            </a:pPr>
            <a:r>
              <a:rPr lang="en-US" altLang="en-US" dirty="0">
                <a:latin typeface="Cambria" panose="02040503050406030204" pitchFamily="18" charset="0"/>
                <a:ea typeface="Cambria" panose="02040503050406030204" pitchFamily="18" charset="0"/>
              </a:rPr>
              <a:t> Ask questions</a:t>
            </a:r>
          </a:p>
          <a:p>
            <a:pPr marL="342900" algn="l">
              <a:spcBef>
                <a:spcPct val="20000"/>
              </a:spcBef>
              <a:buFont typeface="Wingdings 2" charset="2"/>
              <a:buChar char=""/>
            </a:pPr>
            <a:r>
              <a:rPr lang="en-US" altLang="en-US" dirty="0">
                <a:latin typeface="Cambria" panose="02040503050406030204" pitchFamily="18" charset="0"/>
                <a:ea typeface="Cambria" panose="02040503050406030204" pitchFamily="18" charset="0"/>
              </a:rPr>
              <a:t> Minimize distractions – </a:t>
            </a:r>
            <a:r>
              <a:rPr lang="en-US" altLang="en-US" b="1" u="sng" dirty="0">
                <a:latin typeface="Cambria" panose="02040503050406030204" pitchFamily="18" charset="0"/>
                <a:ea typeface="Cambria" panose="02040503050406030204" pitchFamily="18" charset="0"/>
              </a:rPr>
              <a:t>NO PHONES</a:t>
            </a:r>
          </a:p>
        </p:txBody>
      </p:sp>
    </p:spTree>
    <p:extLst>
      <p:ext uri="{BB962C8B-B14F-4D97-AF65-F5344CB8AC3E}">
        <p14:creationId xmlns:p14="http://schemas.microsoft.com/office/powerpoint/2010/main" val="181071884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3"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164749" y="457201"/>
            <a:ext cx="3575737" cy="750904"/>
          </a:xfrm>
        </p:spPr>
        <p:txBody>
          <a:bodyPr vert="horz" lIns="91440" tIns="45720" rIns="91440" bIns="45720" rtlCol="0" anchor="b">
            <a:normAutofit/>
          </a:bodyPr>
          <a:lstStyle/>
          <a:p>
            <a:r>
              <a:rPr lang="en-US" altLang="en-US" sz="3000" cap="all" spc="100" baseline="0" dirty="0">
                <a:solidFill>
                  <a:srgbClr val="FFFFFF"/>
                </a:solidFill>
                <a:latin typeface="Cambria" panose="02040503050406030204" pitchFamily="18" charset="0"/>
                <a:ea typeface="Cambria" panose="02040503050406030204" pitchFamily="18" charset="0"/>
              </a:rPr>
              <a:t>Introductions</a:t>
            </a:r>
            <a:endParaRPr lang="en-US" sz="3000" cap="all" spc="100" baseline="0" dirty="0">
              <a:solidFill>
                <a:srgbClr val="FFFFFF"/>
              </a:solidFill>
              <a:latin typeface="Cambria" panose="02040503050406030204" pitchFamily="18" charset="0"/>
              <a:ea typeface="Cambria" panose="02040503050406030204" pitchFamily="18" charset="0"/>
            </a:endParaRPr>
          </a:p>
        </p:txBody>
      </p:sp>
      <p:pic>
        <p:nvPicPr>
          <p:cNvPr id="6" name="Picture 5"/>
          <p:cNvPicPr>
            <a:picLocks noChangeAspect="1"/>
          </p:cNvPicPr>
          <p:nvPr/>
        </p:nvPicPr>
        <p:blipFill>
          <a:blip r:embed="rId3" cstate="screen">
            <a:extLst>
              <a:ext uri="{28A0092B-C50C-407E-A947-70E740481C1C}">
                <a14:useLocalDpi xmlns:a14="http://schemas.microsoft.com/office/drawing/2010/main"/>
              </a:ext>
            </a:extLst>
          </a:blip>
          <a:srcRect l="17754" r="2" b="2"/>
          <a:stretch/>
        </p:blipFill>
        <p:spPr>
          <a:xfrm>
            <a:off x="536071" y="457201"/>
            <a:ext cx="6468635" cy="5584161"/>
          </a:xfrm>
          <a:prstGeom prst="roundRect">
            <a:avLst>
              <a:gd name="adj" fmla="val 3876"/>
            </a:avLst>
          </a:prstGeom>
          <a:noFill/>
          <a:ln>
            <a:solidFill>
              <a:schemeClr val="accent1"/>
            </a:solidFill>
          </a:ln>
          <a:effectLst/>
        </p:spPr>
      </p:pic>
      <p:sp>
        <p:nvSpPr>
          <p:cNvPr id="3" name="Text Placeholder 2"/>
          <p:cNvSpPr>
            <a:spLocks noGrp="1"/>
          </p:cNvSpPr>
          <p:nvPr>
            <p:ph type="body" sz="quarter" idx="16"/>
          </p:nvPr>
        </p:nvSpPr>
        <p:spPr>
          <a:xfrm>
            <a:off x="8164749" y="2024743"/>
            <a:ext cx="3575737" cy="4016619"/>
          </a:xfrm>
        </p:spPr>
        <p:txBody>
          <a:bodyPr vert="horz" lIns="91440" tIns="45720" rIns="91440" bIns="45720" rtlCol="0" anchor="ctr">
            <a:normAutofit/>
          </a:bodyPr>
          <a:lstStyle/>
          <a:p>
            <a:pPr marL="342900" indent="-342900">
              <a:spcBef>
                <a:spcPct val="20000"/>
              </a:spcBef>
              <a:buFont typeface="Wingdings 2" charset="2"/>
              <a:buChar char=""/>
            </a:pPr>
            <a:r>
              <a:rPr lang="en-US" altLang="en-US" sz="1600" dirty="0">
                <a:solidFill>
                  <a:srgbClr val="FFFFFF"/>
                </a:solidFill>
                <a:latin typeface="Cambria" panose="02040503050406030204" pitchFamily="18" charset="0"/>
                <a:ea typeface="Cambria" panose="02040503050406030204" pitchFamily="18" charset="0"/>
              </a:rPr>
              <a:t>Name</a:t>
            </a:r>
          </a:p>
          <a:p>
            <a:pPr marL="342900" indent="-342900">
              <a:spcBef>
                <a:spcPct val="20000"/>
              </a:spcBef>
              <a:buFont typeface="Wingdings 2" charset="2"/>
              <a:buChar char=""/>
            </a:pPr>
            <a:r>
              <a:rPr lang="en-US" altLang="en-US" sz="1600" dirty="0">
                <a:solidFill>
                  <a:srgbClr val="FFFFFF"/>
                </a:solidFill>
                <a:latin typeface="Cambria" panose="02040503050406030204" pitchFamily="18" charset="0"/>
                <a:ea typeface="Cambria" panose="02040503050406030204" pitchFamily="18" charset="0"/>
              </a:rPr>
              <a:t>Department</a:t>
            </a:r>
          </a:p>
          <a:p>
            <a:pPr marL="342900" indent="-342900">
              <a:spcBef>
                <a:spcPct val="20000"/>
              </a:spcBef>
              <a:buFont typeface="Wingdings 2" charset="2"/>
              <a:buChar char=""/>
            </a:pPr>
            <a:r>
              <a:rPr lang="en-US" altLang="en-US" sz="1600" dirty="0">
                <a:solidFill>
                  <a:srgbClr val="FFFFFF"/>
                </a:solidFill>
                <a:latin typeface="Cambria" panose="02040503050406030204" pitchFamily="18" charset="0"/>
                <a:ea typeface="Cambria" panose="02040503050406030204" pitchFamily="18" charset="0"/>
              </a:rPr>
              <a:t>Work Background</a:t>
            </a:r>
          </a:p>
          <a:p>
            <a:pPr marL="342900" indent="-342900">
              <a:spcBef>
                <a:spcPct val="20000"/>
              </a:spcBef>
              <a:buFont typeface="Wingdings 2" charset="2"/>
              <a:buChar char=""/>
            </a:pPr>
            <a:r>
              <a:rPr lang="en-US" altLang="en-US" sz="1600" dirty="0">
                <a:solidFill>
                  <a:srgbClr val="FFFFFF"/>
                </a:solidFill>
                <a:latin typeface="Cambria" panose="02040503050406030204" pitchFamily="18" charset="0"/>
                <a:ea typeface="Cambria" panose="02040503050406030204" pitchFamily="18" charset="0"/>
              </a:rPr>
              <a:t>What’s your role?</a:t>
            </a:r>
          </a:p>
          <a:p>
            <a:pPr marL="342900" indent="-342900">
              <a:spcBef>
                <a:spcPct val="20000"/>
              </a:spcBef>
              <a:buFont typeface="Wingdings 2" charset="2"/>
              <a:buChar char=""/>
            </a:pPr>
            <a:r>
              <a:rPr lang="en-US" altLang="en-US" sz="1600" dirty="0">
                <a:solidFill>
                  <a:srgbClr val="FFFFFF"/>
                </a:solidFill>
                <a:latin typeface="Cambria" panose="02040503050406030204" pitchFamily="18" charset="0"/>
                <a:ea typeface="Cambria" panose="02040503050406030204" pitchFamily="18" charset="0"/>
              </a:rPr>
              <a:t>What talents do you bring to that role?</a:t>
            </a:r>
          </a:p>
        </p:txBody>
      </p:sp>
    </p:spTree>
    <p:extLst>
      <p:ext uri="{BB962C8B-B14F-4D97-AF65-F5344CB8AC3E}">
        <p14:creationId xmlns:p14="http://schemas.microsoft.com/office/powerpoint/2010/main" val="22639353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715" y="205549"/>
            <a:ext cx="10882551" cy="970526"/>
          </a:xfrm>
        </p:spPr>
        <p:txBody>
          <a:bodyPr/>
          <a:lstStyle/>
          <a:p>
            <a:pPr algn="ctr"/>
            <a:r>
              <a:rPr lang="en-US" altLang="en-US" dirty="0">
                <a:solidFill>
                  <a:schemeClr val="tx1"/>
                </a:solidFill>
                <a:latin typeface="Cambria" panose="02040503050406030204" pitchFamily="18" charset="0"/>
                <a:ea typeface="Cambria" panose="02040503050406030204" pitchFamily="18" charset="0"/>
              </a:rPr>
              <a:t>What is Service Excellence?</a:t>
            </a:r>
            <a:endParaRPr lang="en-US" dirty="0">
              <a:solidFill>
                <a:schemeClr val="tx1"/>
              </a:solidFill>
              <a:latin typeface="Cambria" panose="02040503050406030204" pitchFamily="18" charset="0"/>
              <a:ea typeface="Cambria" panose="02040503050406030204" pitchFamily="18" charset="0"/>
            </a:endParaRPr>
          </a:p>
        </p:txBody>
      </p:sp>
      <p:sp>
        <p:nvSpPr>
          <p:cNvPr id="10" name="Rectangle 9"/>
          <p:cNvSpPr/>
          <p:nvPr/>
        </p:nvSpPr>
        <p:spPr>
          <a:xfrm>
            <a:off x="1490467" y="5595593"/>
            <a:ext cx="3719871" cy="430887"/>
          </a:xfrm>
          <a:prstGeom prst="rect">
            <a:avLst/>
          </a:prstGeom>
        </p:spPr>
        <p:txBody>
          <a:bodyPr wrap="square">
            <a:spAutoFit/>
          </a:bodyPr>
          <a:lstStyle/>
          <a:p>
            <a:pPr algn="ctr"/>
            <a:r>
              <a:rPr lang="en-US" altLang="en-US" sz="2200" b="1" dirty="0">
                <a:latin typeface="Cambria" panose="02040503050406030204" pitchFamily="18" charset="0"/>
                <a:ea typeface="Cambria" panose="02040503050406030204" pitchFamily="18" charset="0"/>
              </a:rPr>
              <a:t>CUSTOMER</a:t>
            </a:r>
            <a:r>
              <a:rPr lang="en-US" altLang="en-US" sz="2200" b="1" dirty="0">
                <a:solidFill>
                  <a:schemeClr val="bg2">
                    <a:lumMod val="50000"/>
                  </a:schemeClr>
                </a:solidFill>
                <a:latin typeface="Cambria" panose="02040503050406030204" pitchFamily="18" charset="0"/>
                <a:ea typeface="Cambria" panose="02040503050406030204" pitchFamily="18" charset="0"/>
              </a:rPr>
              <a:t> </a:t>
            </a:r>
            <a:r>
              <a:rPr lang="en-US" altLang="en-US" sz="2200" b="1" dirty="0">
                <a:latin typeface="Cambria" panose="02040503050406030204" pitchFamily="18" charset="0"/>
                <a:ea typeface="Cambria" panose="02040503050406030204" pitchFamily="18" charset="0"/>
              </a:rPr>
              <a:t>SERVICE</a:t>
            </a:r>
          </a:p>
        </p:txBody>
      </p:sp>
      <p:sp>
        <p:nvSpPr>
          <p:cNvPr id="12" name="Rectangle 11"/>
          <p:cNvSpPr/>
          <p:nvPr/>
        </p:nvSpPr>
        <p:spPr>
          <a:xfrm>
            <a:off x="7196404" y="5595593"/>
            <a:ext cx="3719871" cy="461665"/>
          </a:xfrm>
          <a:prstGeom prst="rect">
            <a:avLst/>
          </a:prstGeom>
        </p:spPr>
        <p:txBody>
          <a:bodyPr wrap="square">
            <a:spAutoFit/>
          </a:bodyPr>
          <a:lstStyle/>
          <a:p>
            <a:pPr algn="ctr"/>
            <a:r>
              <a:rPr lang="en-US" altLang="en-US" sz="2400" b="1" dirty="0"/>
              <a:t>SERVICE EXCELLENCE</a:t>
            </a:r>
          </a:p>
        </p:txBody>
      </p:sp>
      <p:pic>
        <p:nvPicPr>
          <p:cNvPr id="4" name="Picture 3"/>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559754" y="2094252"/>
            <a:ext cx="4993148" cy="3363299"/>
          </a:xfrm>
          <a:prstGeom prst="rect">
            <a:avLst/>
          </a:prstGeom>
        </p:spPr>
      </p:pic>
      <p:pic>
        <p:nvPicPr>
          <p:cNvPr id="13" name="Picture 12"/>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798052" y="2094250"/>
            <a:ext cx="4993148" cy="3363300"/>
          </a:xfrm>
          <a:prstGeom prst="rect">
            <a:avLst/>
          </a:prstGeom>
        </p:spPr>
      </p:pic>
      <p:sp>
        <p:nvSpPr>
          <p:cNvPr id="3" name="TextBox 2"/>
          <p:cNvSpPr txBox="1"/>
          <p:nvPr/>
        </p:nvSpPr>
        <p:spPr>
          <a:xfrm>
            <a:off x="5920041" y="3421930"/>
            <a:ext cx="527901" cy="923330"/>
          </a:xfrm>
          <a:prstGeom prst="rect">
            <a:avLst/>
          </a:prstGeom>
          <a:noFill/>
        </p:spPr>
        <p:txBody>
          <a:bodyPr wrap="square" rtlCol="0">
            <a:spAutoFit/>
          </a:bodyPr>
          <a:lstStyle/>
          <a:p>
            <a:r>
              <a:rPr lang="en-US" sz="5400" dirty="0"/>
              <a:t>≠</a:t>
            </a:r>
          </a:p>
        </p:txBody>
      </p:sp>
    </p:spTree>
    <p:extLst>
      <p:ext uri="{BB962C8B-B14F-4D97-AF65-F5344CB8AC3E}">
        <p14:creationId xmlns:p14="http://schemas.microsoft.com/office/powerpoint/2010/main" val="34014081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Freeform: Shape 30">
            <a:extLst>
              <a:ext uri="{FF2B5EF4-FFF2-40B4-BE49-F238E27FC236}">
                <a16:creationId xmlns:a16="http://schemas.microsoft.com/office/drawing/2014/main" id="{9610F818-219E-491F-887F-B078103BA2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739895"/>
            <a:ext cx="12192000" cy="3118104"/>
          </a:xfrm>
          <a:custGeom>
            <a:avLst/>
            <a:gdLst>
              <a:gd name="connsiteX0" fmla="*/ 0 w 12192000"/>
              <a:gd name="connsiteY0" fmla="*/ 0 h 3118104"/>
              <a:gd name="connsiteX1" fmla="*/ 3676329 w 12192000"/>
              <a:gd name="connsiteY1" fmla="*/ 0 h 3118104"/>
              <a:gd name="connsiteX2" fmla="*/ 5595257 w 12192000"/>
              <a:gd name="connsiteY2" fmla="*/ 0 h 3118104"/>
              <a:gd name="connsiteX3" fmla="*/ 5672349 w 12192000"/>
              <a:gd name="connsiteY3" fmla="*/ 0 h 3118104"/>
              <a:gd name="connsiteX4" fmla="*/ 6053347 w 12192000"/>
              <a:gd name="connsiteY4" fmla="*/ 263783 h 3118104"/>
              <a:gd name="connsiteX5" fmla="*/ 6061813 w 12192000"/>
              <a:gd name="connsiteY5" fmla="*/ 266713 h 3118104"/>
              <a:gd name="connsiteX6" fmla="*/ 6074513 w 12192000"/>
              <a:gd name="connsiteY6" fmla="*/ 271110 h 3118104"/>
              <a:gd name="connsiteX7" fmla="*/ 6087212 w 12192000"/>
              <a:gd name="connsiteY7" fmla="*/ 275506 h 3118104"/>
              <a:gd name="connsiteX8" fmla="*/ 6097797 w 12192000"/>
              <a:gd name="connsiteY8" fmla="*/ 275506 h 3118104"/>
              <a:gd name="connsiteX9" fmla="*/ 6110496 w 12192000"/>
              <a:gd name="connsiteY9" fmla="*/ 275506 h 3118104"/>
              <a:gd name="connsiteX10" fmla="*/ 6121079 w 12192000"/>
              <a:gd name="connsiteY10" fmla="*/ 271110 h 3118104"/>
              <a:gd name="connsiteX11" fmla="*/ 6133779 w 12192000"/>
              <a:gd name="connsiteY11" fmla="*/ 266713 h 3118104"/>
              <a:gd name="connsiteX12" fmla="*/ 6142246 w 12192000"/>
              <a:gd name="connsiteY12" fmla="*/ 263783 h 3118104"/>
              <a:gd name="connsiteX13" fmla="*/ 6523247 w 12192000"/>
              <a:gd name="connsiteY13" fmla="*/ 0 h 3118104"/>
              <a:gd name="connsiteX14" fmla="*/ 6596743 w 12192000"/>
              <a:gd name="connsiteY14" fmla="*/ 0 h 3118104"/>
              <a:gd name="connsiteX15" fmla="*/ 12186115 w 12192000"/>
              <a:gd name="connsiteY15" fmla="*/ 0 h 3118104"/>
              <a:gd name="connsiteX16" fmla="*/ 12192000 w 12192000"/>
              <a:gd name="connsiteY16" fmla="*/ 0 h 3118104"/>
              <a:gd name="connsiteX17" fmla="*/ 12192000 w 12192000"/>
              <a:gd name="connsiteY17" fmla="*/ 3118104 h 3118104"/>
              <a:gd name="connsiteX18" fmla="*/ 7728858 w 12192000"/>
              <a:gd name="connsiteY18" fmla="*/ 3118104 h 3118104"/>
              <a:gd name="connsiteX19" fmla="*/ 6596743 w 12192000"/>
              <a:gd name="connsiteY19" fmla="*/ 3118104 h 3118104"/>
              <a:gd name="connsiteX20" fmla="*/ 5595257 w 12192000"/>
              <a:gd name="connsiteY20" fmla="*/ 3118104 h 3118104"/>
              <a:gd name="connsiteX21" fmla="*/ 2906487 w 12192000"/>
              <a:gd name="connsiteY21" fmla="*/ 3118104 h 3118104"/>
              <a:gd name="connsiteX22" fmla="*/ 0 w 12192000"/>
              <a:gd name="connsiteY22" fmla="*/ 3118104 h 311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3118104">
                <a:moveTo>
                  <a:pt x="0" y="0"/>
                </a:moveTo>
                <a:lnTo>
                  <a:pt x="3676329" y="0"/>
                </a:lnTo>
                <a:lnTo>
                  <a:pt x="5595257" y="0"/>
                </a:lnTo>
                <a:lnTo>
                  <a:pt x="5672349" y="0"/>
                </a:lnTo>
                <a:lnTo>
                  <a:pt x="6053347" y="263783"/>
                </a:lnTo>
                <a:lnTo>
                  <a:pt x="6061813" y="266713"/>
                </a:lnTo>
                <a:lnTo>
                  <a:pt x="6074513" y="271110"/>
                </a:lnTo>
                <a:lnTo>
                  <a:pt x="6087212" y="275506"/>
                </a:lnTo>
                <a:lnTo>
                  <a:pt x="6097797" y="275506"/>
                </a:lnTo>
                <a:lnTo>
                  <a:pt x="6110496" y="275506"/>
                </a:lnTo>
                <a:lnTo>
                  <a:pt x="6121079" y="271110"/>
                </a:lnTo>
                <a:lnTo>
                  <a:pt x="6133779" y="266713"/>
                </a:lnTo>
                <a:lnTo>
                  <a:pt x="6142246" y="263783"/>
                </a:lnTo>
                <a:lnTo>
                  <a:pt x="6523247" y="0"/>
                </a:lnTo>
                <a:lnTo>
                  <a:pt x="6596743" y="0"/>
                </a:lnTo>
                <a:lnTo>
                  <a:pt x="12186115" y="0"/>
                </a:lnTo>
                <a:lnTo>
                  <a:pt x="12192000" y="0"/>
                </a:lnTo>
                <a:lnTo>
                  <a:pt x="12192000" y="3118104"/>
                </a:lnTo>
                <a:lnTo>
                  <a:pt x="7728858" y="3118104"/>
                </a:lnTo>
                <a:lnTo>
                  <a:pt x="6596743" y="3118104"/>
                </a:lnTo>
                <a:lnTo>
                  <a:pt x="5595257" y="3118104"/>
                </a:lnTo>
                <a:lnTo>
                  <a:pt x="2906487" y="3118104"/>
                </a:lnTo>
                <a:lnTo>
                  <a:pt x="0" y="3118104"/>
                </a:lnTo>
                <a:close/>
              </a:path>
            </a:pathLst>
          </a:custGeom>
          <a:solidFill>
            <a:srgbClr val="212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6736BA-7F30-46AC-97F2-824ECFD42595}"/>
              </a:ext>
            </a:extLst>
          </p:cNvPr>
          <p:cNvSpPr>
            <a:spLocks noGrp="1"/>
          </p:cNvSpPr>
          <p:nvPr>
            <p:ph type="title"/>
          </p:nvPr>
        </p:nvSpPr>
        <p:spPr>
          <a:xfrm>
            <a:off x="810001" y="4080386"/>
            <a:ext cx="10572000" cy="1388741"/>
          </a:xfrm>
          <a:ln>
            <a:solidFill>
              <a:schemeClr val="accent1">
                <a:lumMod val="60000"/>
                <a:lumOff val="40000"/>
              </a:schemeClr>
            </a:solidFill>
          </a:ln>
        </p:spPr>
        <p:txBody>
          <a:bodyPr vert="horz" lIns="91440" tIns="45720" rIns="91440" bIns="45720" rtlCol="0" anchor="b">
            <a:normAutofit/>
          </a:bodyPr>
          <a:lstStyle/>
          <a:p>
            <a:pPr marL="228600" indent="-228600">
              <a:lnSpc>
                <a:spcPct val="90000"/>
              </a:lnSpc>
              <a:spcAft>
                <a:spcPts val="600"/>
              </a:spcAft>
            </a:pPr>
            <a:r>
              <a:rPr lang="en-US" sz="1800" u="sng" cap="all" spc="100" baseline="0" dirty="0">
                <a:solidFill>
                  <a:srgbClr val="FFFFFF"/>
                </a:solidFill>
                <a:latin typeface="Cambria" panose="02040503050406030204" pitchFamily="18" charset="0"/>
                <a:ea typeface="Cambria" panose="02040503050406030204" pitchFamily="18" charset="0"/>
              </a:rPr>
              <a:t>OUR MISSION</a:t>
            </a:r>
            <a:br>
              <a:rPr lang="en-US" sz="1800" cap="all" spc="100" baseline="0" dirty="0">
                <a:solidFill>
                  <a:srgbClr val="FFFFFF"/>
                </a:solidFill>
                <a:latin typeface="Cambria" panose="02040503050406030204" pitchFamily="18" charset="0"/>
                <a:ea typeface="Cambria" panose="02040503050406030204" pitchFamily="18" charset="0"/>
              </a:rPr>
            </a:br>
            <a:br>
              <a:rPr lang="en-US" sz="1800" cap="all" spc="100" baseline="0" dirty="0">
                <a:solidFill>
                  <a:srgbClr val="FFFFFF"/>
                </a:solidFill>
                <a:latin typeface="Cambria" panose="02040503050406030204" pitchFamily="18" charset="0"/>
                <a:ea typeface="Cambria" panose="02040503050406030204" pitchFamily="18" charset="0"/>
              </a:rPr>
            </a:br>
            <a:r>
              <a:rPr lang="en-US" sz="1800" cap="all" spc="100" baseline="0" dirty="0">
                <a:solidFill>
                  <a:srgbClr val="FFFFFF"/>
                </a:solidFill>
                <a:latin typeface="Cambria" panose="02040503050406030204" pitchFamily="18" charset="0"/>
                <a:ea typeface="Cambria" panose="02040503050406030204" pitchFamily="18" charset="0"/>
              </a:rPr>
              <a:t>To deliver outstanding patient care, driven by a passionate commitment to both clinical and service excellence.</a:t>
            </a:r>
            <a:br>
              <a:rPr lang="en-US" sz="1800" cap="all" spc="100" baseline="0" dirty="0">
                <a:solidFill>
                  <a:srgbClr val="FFFFFF"/>
                </a:solidFill>
              </a:rPr>
            </a:br>
            <a:endParaRPr lang="en-US" sz="1800" dirty="0">
              <a:solidFill>
                <a:srgbClr val="FFFFFF"/>
              </a:solidFill>
            </a:endParaRPr>
          </a:p>
        </p:txBody>
      </p:sp>
      <p:sp>
        <p:nvSpPr>
          <p:cNvPr id="33" name="Rounded Rectangle 16">
            <a:extLst>
              <a:ext uri="{FF2B5EF4-FFF2-40B4-BE49-F238E27FC236}">
                <a16:creationId xmlns:a16="http://schemas.microsoft.com/office/drawing/2014/main" id="{5A086AAD-1108-41EB-A7C9-5E22CA942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10472" y="643464"/>
            <a:ext cx="7757804" cy="2817491"/>
          </a:xfrm>
          <a:prstGeom prst="roundRect">
            <a:avLst>
              <a:gd name="adj" fmla="val 3513"/>
            </a:avLst>
          </a:prstGeom>
          <a:solidFill>
            <a:schemeClr val="bg1"/>
          </a:solidFill>
          <a:ln>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Bullseye">
            <a:extLst>
              <a:ext uri="{FF2B5EF4-FFF2-40B4-BE49-F238E27FC236}">
                <a16:creationId xmlns:a16="http://schemas.microsoft.com/office/drawing/2014/main" id="{DB1486BC-90F9-160A-0E2A-D7732C494B8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931377" y="884810"/>
            <a:ext cx="2320054" cy="2320054"/>
          </a:xfrm>
          <a:prstGeom prst="rect">
            <a:avLst/>
          </a:prstGeom>
        </p:spPr>
      </p:pic>
    </p:spTree>
    <p:extLst>
      <p:ext uri="{BB962C8B-B14F-4D97-AF65-F5344CB8AC3E}">
        <p14:creationId xmlns:p14="http://schemas.microsoft.com/office/powerpoint/2010/main" val="5765967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1)">
                                      <p:cBhvr>
                                        <p:cTn id="7"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1" name="Rectangle 20">
            <a:extLst>
              <a:ext uri="{FF2B5EF4-FFF2-40B4-BE49-F238E27FC236}">
                <a16:creationId xmlns:a16="http://schemas.microsoft.com/office/drawing/2014/main" id="{5940F547-7206-4401-94FB-F8421915D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Hands-on top of each other">
            <a:extLst>
              <a:ext uri="{FF2B5EF4-FFF2-40B4-BE49-F238E27FC236}">
                <a16:creationId xmlns:a16="http://schemas.microsoft.com/office/drawing/2014/main" id="{A6BEBF81-C830-9E55-43EC-17C70616E5F0}"/>
              </a:ext>
            </a:extLst>
          </p:cNvPr>
          <p:cNvPicPr>
            <a:picLocks noChangeAspect="1"/>
          </p:cNvPicPr>
          <p:nvPr/>
        </p:nvPicPr>
        <p:blipFill>
          <a:blip r:embed="rId2">
            <a:alphaModFix amt="40000"/>
          </a:blip>
          <a:srcRect l="22222" r="1" b="1"/>
          <a:stretch/>
        </p:blipFill>
        <p:spPr>
          <a:xfrm>
            <a:off x="20" y="10"/>
            <a:ext cx="12191980" cy="6857990"/>
          </a:xfrm>
          <a:prstGeom prst="rect">
            <a:avLst/>
          </a:prstGeom>
        </p:spPr>
      </p:pic>
      <p:sp>
        <p:nvSpPr>
          <p:cNvPr id="2" name="Title 1">
            <a:extLst>
              <a:ext uri="{FF2B5EF4-FFF2-40B4-BE49-F238E27FC236}">
                <a16:creationId xmlns:a16="http://schemas.microsoft.com/office/drawing/2014/main" id="{3333410B-047A-46C3-8B80-379AFBE5B37C}"/>
              </a:ext>
            </a:extLst>
          </p:cNvPr>
          <p:cNvSpPr>
            <a:spLocks noGrp="1"/>
          </p:cNvSpPr>
          <p:nvPr>
            <p:ph type="title"/>
          </p:nvPr>
        </p:nvSpPr>
        <p:spPr>
          <a:xfrm>
            <a:off x="810000" y="447188"/>
            <a:ext cx="10571998" cy="970450"/>
          </a:xfrm>
          <a:ln>
            <a:solidFill>
              <a:schemeClr val="accent1"/>
            </a:solidFill>
          </a:ln>
        </p:spPr>
        <p:txBody>
          <a:bodyPr vert="horz" lIns="91440" tIns="45720" rIns="91440" bIns="45720" rtlCol="0" anchor="b">
            <a:normAutofit/>
          </a:bodyPr>
          <a:lstStyle/>
          <a:p>
            <a:pPr algn="l"/>
            <a:r>
              <a:rPr lang="en-US" sz="4000" dirty="0">
                <a:solidFill>
                  <a:srgbClr val="FEFEFE"/>
                </a:solidFill>
                <a:latin typeface="Cambria" panose="02040503050406030204" pitchFamily="18" charset="0"/>
                <a:ea typeface="Cambria" panose="02040503050406030204" pitchFamily="18" charset="0"/>
              </a:rPr>
              <a:t>Our Vision</a:t>
            </a:r>
          </a:p>
        </p:txBody>
      </p:sp>
      <p:sp>
        <p:nvSpPr>
          <p:cNvPr id="10" name="TextBox 9">
            <a:extLst>
              <a:ext uri="{FF2B5EF4-FFF2-40B4-BE49-F238E27FC236}">
                <a16:creationId xmlns:a16="http://schemas.microsoft.com/office/drawing/2014/main" id="{62FF9164-656C-4F63-AAB6-B8F3097DA642}"/>
              </a:ext>
            </a:extLst>
          </p:cNvPr>
          <p:cNvSpPr txBox="1"/>
          <p:nvPr/>
        </p:nvSpPr>
        <p:spPr>
          <a:xfrm>
            <a:off x="818712" y="2222287"/>
            <a:ext cx="10554574" cy="3636511"/>
          </a:xfrm>
          <a:prstGeom prst="rect">
            <a:avLst/>
          </a:prstGeom>
        </p:spPr>
        <p:txBody>
          <a:bodyPr vert="horz" lIns="91440" tIns="45720" rIns="91440" bIns="45720" rtlCol="0" anchor="ctr">
            <a:normAutofit/>
          </a:bodyPr>
          <a:lstStyle/>
          <a:p>
            <a:pPr>
              <a:spcBef>
                <a:spcPct val="20000"/>
              </a:spcBef>
              <a:spcAft>
                <a:spcPts val="600"/>
              </a:spcAft>
              <a:buClr>
                <a:schemeClr val="accent1"/>
              </a:buClr>
              <a:buFont typeface="Wingdings 2" charset="2"/>
              <a:buChar char=""/>
            </a:pPr>
            <a:r>
              <a:rPr lang="en-US" dirty="0">
                <a:latin typeface="Cambria" panose="02040503050406030204" pitchFamily="18" charset="0"/>
                <a:ea typeface="Cambria" panose="02040503050406030204" pitchFamily="18" charset="0"/>
              </a:rPr>
              <a:t>Honest and Respectful Communication.</a:t>
            </a:r>
          </a:p>
          <a:p>
            <a:pPr>
              <a:spcBef>
                <a:spcPct val="20000"/>
              </a:spcBef>
              <a:spcAft>
                <a:spcPts val="600"/>
              </a:spcAft>
              <a:buClr>
                <a:schemeClr val="accent1"/>
              </a:buClr>
              <a:buFont typeface="Wingdings 2" charset="2"/>
              <a:buChar char=""/>
            </a:pPr>
            <a:endParaRPr lang="en-US" dirty="0">
              <a:latin typeface="Cambria" panose="02040503050406030204" pitchFamily="18" charset="0"/>
              <a:ea typeface="Cambria" panose="02040503050406030204" pitchFamily="18" charset="0"/>
            </a:endParaRPr>
          </a:p>
          <a:p>
            <a:pPr>
              <a:spcBef>
                <a:spcPct val="20000"/>
              </a:spcBef>
              <a:spcAft>
                <a:spcPts val="600"/>
              </a:spcAft>
              <a:buClr>
                <a:schemeClr val="accent1"/>
              </a:buClr>
              <a:buFont typeface="Wingdings 2" charset="2"/>
              <a:buChar char=""/>
            </a:pPr>
            <a:r>
              <a:rPr lang="en-US" dirty="0">
                <a:latin typeface="Cambria" panose="02040503050406030204" pitchFamily="18" charset="0"/>
                <a:ea typeface="Cambria" panose="02040503050406030204" pitchFamily="18" charset="0"/>
              </a:rPr>
              <a:t>Compassion for our patients, families, and each other.</a:t>
            </a:r>
          </a:p>
          <a:p>
            <a:pPr>
              <a:spcBef>
                <a:spcPct val="20000"/>
              </a:spcBef>
              <a:spcAft>
                <a:spcPts val="600"/>
              </a:spcAft>
              <a:buClr>
                <a:schemeClr val="accent1"/>
              </a:buClr>
              <a:buFont typeface="Wingdings 2" charset="2"/>
              <a:buChar char=""/>
            </a:pPr>
            <a:endParaRPr lang="en-US" dirty="0">
              <a:latin typeface="Cambria" panose="02040503050406030204" pitchFamily="18" charset="0"/>
              <a:ea typeface="Cambria" panose="02040503050406030204" pitchFamily="18" charset="0"/>
            </a:endParaRPr>
          </a:p>
          <a:p>
            <a:pPr>
              <a:spcBef>
                <a:spcPct val="20000"/>
              </a:spcBef>
              <a:spcAft>
                <a:spcPts val="600"/>
              </a:spcAft>
              <a:buClr>
                <a:schemeClr val="accent1"/>
              </a:buClr>
              <a:buFont typeface="Wingdings 2" charset="2"/>
              <a:buChar char=""/>
            </a:pPr>
            <a:r>
              <a:rPr lang="en-US" dirty="0">
                <a:latin typeface="Cambria" panose="02040503050406030204" pitchFamily="18" charset="0"/>
                <a:ea typeface="Cambria" panose="02040503050406030204" pitchFamily="18" charset="0"/>
              </a:rPr>
              <a:t>Accountability to each other and the work that we do.</a:t>
            </a:r>
          </a:p>
          <a:p>
            <a:pPr>
              <a:spcBef>
                <a:spcPct val="20000"/>
              </a:spcBef>
              <a:spcAft>
                <a:spcPts val="600"/>
              </a:spcAft>
              <a:buClr>
                <a:schemeClr val="accent1"/>
              </a:buClr>
              <a:buFont typeface="Wingdings 2" charset="2"/>
              <a:buChar char=""/>
            </a:pPr>
            <a:endParaRPr lang="en-US" dirty="0">
              <a:latin typeface="Cambria" panose="02040503050406030204" pitchFamily="18" charset="0"/>
              <a:ea typeface="Cambria" panose="02040503050406030204" pitchFamily="18" charset="0"/>
            </a:endParaRPr>
          </a:p>
          <a:p>
            <a:pPr>
              <a:spcBef>
                <a:spcPct val="20000"/>
              </a:spcBef>
              <a:spcAft>
                <a:spcPts val="600"/>
              </a:spcAft>
              <a:buClr>
                <a:schemeClr val="accent1"/>
              </a:buClr>
              <a:buFont typeface="Wingdings 2" charset="2"/>
              <a:buChar char=""/>
            </a:pPr>
            <a:r>
              <a:rPr lang="en-US" b="1" u="sng" dirty="0">
                <a:latin typeface="Cambria" panose="02040503050406030204" pitchFamily="18" charset="0"/>
                <a:ea typeface="Cambria" panose="02040503050406030204" pitchFamily="18" charset="0"/>
              </a:rPr>
              <a:t>Teamwork.</a:t>
            </a:r>
          </a:p>
        </p:txBody>
      </p:sp>
      <p:sp>
        <p:nvSpPr>
          <p:cNvPr id="4" name="Slide Number Placeholder 3">
            <a:extLst>
              <a:ext uri="{FF2B5EF4-FFF2-40B4-BE49-F238E27FC236}">
                <a16:creationId xmlns:a16="http://schemas.microsoft.com/office/drawing/2014/main" id="{DA2E513D-5934-4877-94E1-656402C4B1A1}"/>
              </a:ext>
            </a:extLst>
          </p:cNvPr>
          <p:cNvSpPr>
            <a:spLocks noGrp="1"/>
          </p:cNvSpPr>
          <p:nvPr>
            <p:ph type="sldNum" sz="quarter" idx="4"/>
          </p:nvPr>
        </p:nvSpPr>
        <p:spPr>
          <a:xfrm>
            <a:off x="10678331" y="5915888"/>
            <a:ext cx="1062155" cy="490599"/>
          </a:xfrm>
        </p:spPr>
        <p:txBody>
          <a:bodyPr vert="horz" lIns="91440" tIns="45720" rIns="91440" bIns="10800" rtlCol="0" anchor="b">
            <a:normAutofit/>
          </a:bodyPr>
          <a:lstStyle/>
          <a:p>
            <a:pPr defTabSz="914400">
              <a:spcAft>
                <a:spcPts val="600"/>
              </a:spcAft>
            </a:pPr>
            <a:fld id="{EA87306C-81BA-4795-A5CA-9392456A8C1E}" type="slidenum">
              <a:rPr lang="en-US" sz="2000">
                <a:solidFill>
                  <a:schemeClr val="tx1"/>
                </a:solidFill>
              </a:rPr>
              <a:pPr defTabSz="914400">
                <a:spcAft>
                  <a:spcPts val="600"/>
                </a:spcAft>
              </a:pPr>
              <a:t>6</a:t>
            </a:fld>
            <a:endParaRPr lang="en-US" sz="2000">
              <a:solidFill>
                <a:schemeClr val="tx1"/>
              </a:solidFill>
            </a:endParaRPr>
          </a:p>
        </p:txBody>
      </p:sp>
    </p:spTree>
    <p:extLst>
      <p:ext uri="{BB962C8B-B14F-4D97-AF65-F5344CB8AC3E}">
        <p14:creationId xmlns:p14="http://schemas.microsoft.com/office/powerpoint/2010/main" val="855471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1" name="Rectangle 20">
            <a:extLst>
              <a:ext uri="{FF2B5EF4-FFF2-40B4-BE49-F238E27FC236}">
                <a16:creationId xmlns:a16="http://schemas.microsoft.com/office/drawing/2014/main" id="{B2B82547-2424-4E7A-A98B-75206EE73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3">
            <a:extLst>
              <a:ext uri="{FF2B5EF4-FFF2-40B4-BE49-F238E27FC236}">
                <a16:creationId xmlns:a16="http://schemas.microsoft.com/office/drawing/2014/main" id="{5109BC2F-9616-4D7D-9E98-57898009A8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3">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3" name="Title 2"/>
          <p:cNvSpPr>
            <a:spLocks noGrp="1"/>
          </p:cNvSpPr>
          <p:nvPr>
            <p:ph type="title"/>
          </p:nvPr>
        </p:nvSpPr>
        <p:spPr>
          <a:xfrm>
            <a:off x="641754" y="1687286"/>
            <a:ext cx="3269463" cy="3978017"/>
          </a:xfrm>
        </p:spPr>
        <p:txBody>
          <a:bodyPr vert="horz" lIns="91440" tIns="45720" rIns="91440" bIns="45720" rtlCol="0" anchor="t" anchorCtr="0">
            <a:normAutofit/>
          </a:bodyPr>
          <a:lstStyle/>
          <a:p>
            <a:r>
              <a:rPr lang="en-US" sz="4400">
                <a:solidFill>
                  <a:srgbClr val="FEFEFE"/>
                </a:solidFill>
                <a:latin typeface="+mj-lt"/>
              </a:rPr>
              <a:t>Provide Superior Quality Patient Care</a:t>
            </a:r>
          </a:p>
        </p:txBody>
      </p:sp>
      <p:graphicFrame>
        <p:nvGraphicFramePr>
          <p:cNvPr id="6" name="Text Placeholder 3">
            <a:extLst>
              <a:ext uri="{FF2B5EF4-FFF2-40B4-BE49-F238E27FC236}">
                <a16:creationId xmlns:a16="http://schemas.microsoft.com/office/drawing/2014/main" id="{A8C0CBF0-E35D-2338-6F64-E7957642488C}"/>
              </a:ext>
            </a:extLst>
          </p:cNvPr>
          <p:cNvGraphicFramePr/>
          <p:nvPr>
            <p:extLst>
              <p:ext uri="{D42A27DB-BD31-4B8C-83A1-F6EECF244321}">
                <p14:modId xmlns:p14="http://schemas.microsoft.com/office/powerpoint/2010/main" val="3418412512"/>
              </p:ext>
            </p:extLst>
          </p:nvPr>
        </p:nvGraphicFramePr>
        <p:xfrm>
          <a:off x="5508820" y="965200"/>
          <a:ext cx="5728344" cy="49029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091998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9" name="Rectangle 19">
            <a:extLst>
              <a:ext uri="{FF2B5EF4-FFF2-40B4-BE49-F238E27FC236}">
                <a16:creationId xmlns:a16="http://schemas.microsoft.com/office/drawing/2014/main" id="{056824CE-083D-4ED5-94A5-655345BBE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6">
            <a:extLst>
              <a:ext uri="{FF2B5EF4-FFF2-40B4-BE49-F238E27FC236}">
                <a16:creationId xmlns:a16="http://schemas.microsoft.com/office/drawing/2014/main" id="{0785D83B-2124-40CD-9E29-811BC2B7C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tx1"/>
          </a:solid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Title 2"/>
          <p:cNvSpPr>
            <a:spLocks noGrp="1"/>
          </p:cNvSpPr>
          <p:nvPr>
            <p:ph type="title"/>
          </p:nvPr>
        </p:nvSpPr>
        <p:spPr>
          <a:xfrm>
            <a:off x="810000" y="447188"/>
            <a:ext cx="10571998" cy="970450"/>
          </a:xfrm>
        </p:spPr>
        <p:txBody>
          <a:bodyPr vert="horz" lIns="91440" tIns="45720" rIns="91440" bIns="45720" rtlCol="0" anchor="b" anchorCtr="0">
            <a:normAutofit/>
          </a:bodyPr>
          <a:lstStyle/>
          <a:p>
            <a:pPr algn="ctr"/>
            <a:r>
              <a:rPr lang="en-US" sz="4000" dirty="0">
                <a:solidFill>
                  <a:srgbClr val="FEFEFE"/>
                </a:solidFill>
                <a:latin typeface="Cambria" panose="02040503050406030204" pitchFamily="18" charset="0"/>
                <a:ea typeface="Cambria" panose="02040503050406030204" pitchFamily="18" charset="0"/>
              </a:rPr>
              <a:t>Value Each Member Of Our Team</a:t>
            </a:r>
          </a:p>
        </p:txBody>
      </p:sp>
      <p:graphicFrame>
        <p:nvGraphicFramePr>
          <p:cNvPr id="13" name="Text Placeholder 3">
            <a:extLst>
              <a:ext uri="{FF2B5EF4-FFF2-40B4-BE49-F238E27FC236}">
                <a16:creationId xmlns:a16="http://schemas.microsoft.com/office/drawing/2014/main" id="{50628FC2-6E1E-AE0D-26A5-CB236771C09D}"/>
              </a:ext>
            </a:extLst>
          </p:cNvPr>
          <p:cNvGraphicFramePr/>
          <p:nvPr>
            <p:extLst>
              <p:ext uri="{D42A27DB-BD31-4B8C-83A1-F6EECF244321}">
                <p14:modId xmlns:p14="http://schemas.microsoft.com/office/powerpoint/2010/main" val="4020117137"/>
              </p:ext>
            </p:extLst>
          </p:nvPr>
        </p:nvGraphicFramePr>
        <p:xfrm>
          <a:off x="819150" y="1864826"/>
          <a:ext cx="10553700" cy="48937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790689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6" name="Rectangle 29">
            <a:extLst>
              <a:ext uri="{FF2B5EF4-FFF2-40B4-BE49-F238E27FC236}">
                <a16:creationId xmlns:a16="http://schemas.microsoft.com/office/drawing/2014/main" id="{A5BA3AE5-0FB8-4948-A421-5CEE1A5E8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9">
            <a:extLst>
              <a:ext uri="{FF2B5EF4-FFF2-40B4-BE49-F238E27FC236}">
                <a16:creationId xmlns:a16="http://schemas.microsoft.com/office/drawing/2014/main" id="{615FFFBF-F0D2-4BB8-BB9E-3ADC47E3B6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810000" y="447188"/>
            <a:ext cx="5039035" cy="1559412"/>
          </a:xfrm>
        </p:spPr>
        <p:txBody>
          <a:bodyPr vert="horz" lIns="91440" tIns="45720" rIns="91440" bIns="45720" rtlCol="0" anchor="b" anchorCtr="0">
            <a:normAutofit/>
          </a:bodyPr>
          <a:lstStyle/>
          <a:p>
            <a:pPr>
              <a:lnSpc>
                <a:spcPct val="90000"/>
              </a:lnSpc>
            </a:pPr>
            <a:r>
              <a:rPr lang="en-US" sz="2500" dirty="0">
                <a:solidFill>
                  <a:srgbClr val="FEFEFE"/>
                </a:solidFill>
                <a:latin typeface="Cambria" panose="02040503050406030204" pitchFamily="18" charset="0"/>
                <a:ea typeface="Cambria" panose="02040503050406030204" pitchFamily="18" charset="0"/>
              </a:rPr>
              <a:t>We Are Committed To Being an</a:t>
            </a:r>
            <a:br>
              <a:rPr lang="en-US" sz="2500" dirty="0">
                <a:solidFill>
                  <a:srgbClr val="FEFEFE"/>
                </a:solidFill>
                <a:latin typeface="Cambria" panose="02040503050406030204" pitchFamily="18" charset="0"/>
                <a:ea typeface="Cambria" panose="02040503050406030204" pitchFamily="18" charset="0"/>
              </a:rPr>
            </a:br>
            <a:r>
              <a:rPr lang="en-US" sz="2500" dirty="0">
                <a:solidFill>
                  <a:srgbClr val="FEFEFE"/>
                </a:solidFill>
                <a:latin typeface="Cambria" panose="02040503050406030204" pitchFamily="18" charset="0"/>
                <a:ea typeface="Cambria" panose="02040503050406030204" pitchFamily="18" charset="0"/>
              </a:rPr>
              <a:t>Ethical Healthcare </a:t>
            </a:r>
            <a:br>
              <a:rPr lang="en-US" sz="2500" dirty="0">
                <a:solidFill>
                  <a:srgbClr val="FEFEFE"/>
                </a:solidFill>
                <a:latin typeface="Cambria" panose="02040503050406030204" pitchFamily="18" charset="0"/>
                <a:ea typeface="Cambria" panose="02040503050406030204" pitchFamily="18" charset="0"/>
              </a:rPr>
            </a:br>
            <a:r>
              <a:rPr lang="en-US" sz="2500" dirty="0">
                <a:solidFill>
                  <a:srgbClr val="FEFEFE"/>
                </a:solidFill>
                <a:latin typeface="Cambria" panose="02040503050406030204" pitchFamily="18" charset="0"/>
                <a:ea typeface="Cambria" panose="02040503050406030204" pitchFamily="18" charset="0"/>
              </a:rPr>
              <a:t>Provider</a:t>
            </a:r>
          </a:p>
        </p:txBody>
      </p:sp>
      <p:sp>
        <p:nvSpPr>
          <p:cNvPr id="4" name="Text Placeholder 3"/>
          <p:cNvSpPr>
            <a:spLocks noGrp="1"/>
          </p:cNvSpPr>
          <p:nvPr>
            <p:ph type="body" sz="quarter" idx="12"/>
          </p:nvPr>
        </p:nvSpPr>
        <p:spPr>
          <a:xfrm>
            <a:off x="218114" y="2413000"/>
            <a:ext cx="5616857" cy="3632200"/>
          </a:xfrm>
        </p:spPr>
        <p:txBody>
          <a:bodyPr vert="horz" lIns="91440" tIns="45720" rIns="91440" bIns="45720" rtlCol="0" anchor="ctr">
            <a:normAutofit/>
          </a:bodyPr>
          <a:lstStyle/>
          <a:p>
            <a:pPr marL="342900" indent="-342900">
              <a:lnSpc>
                <a:spcPct val="115000"/>
              </a:lnSpc>
              <a:spcBef>
                <a:spcPct val="20000"/>
              </a:spcBef>
              <a:buFont typeface="Wingdings 2" charset="2"/>
              <a:buChar char=""/>
            </a:pPr>
            <a:r>
              <a:rPr lang="en-US" sz="1500" dirty="0">
                <a:solidFill>
                  <a:srgbClr val="FFFFFF"/>
                </a:solidFill>
                <a:latin typeface="Cambria" panose="02040503050406030204" pitchFamily="18" charset="0"/>
                <a:ea typeface="Cambria" panose="02040503050406030204" pitchFamily="18" charset="0"/>
              </a:rPr>
              <a:t>We set </a:t>
            </a:r>
            <a:r>
              <a:rPr lang="en-US" sz="1500" u="sng" dirty="0">
                <a:solidFill>
                  <a:srgbClr val="FFFFFF"/>
                </a:solidFill>
                <a:latin typeface="Cambria" panose="02040503050406030204" pitchFamily="18" charset="0"/>
                <a:ea typeface="Cambria" panose="02040503050406030204" pitchFamily="18" charset="0"/>
              </a:rPr>
              <a:t>high ethical standards </a:t>
            </a:r>
            <a:r>
              <a:rPr lang="en-US" sz="1500" dirty="0">
                <a:solidFill>
                  <a:srgbClr val="FFFFFF"/>
                </a:solidFill>
                <a:latin typeface="Cambria" panose="02040503050406030204" pitchFamily="18" charset="0"/>
                <a:ea typeface="Cambria" panose="02040503050406030204" pitchFamily="18" charset="0"/>
              </a:rPr>
              <a:t>for ourselves </a:t>
            </a:r>
          </a:p>
          <a:p>
            <a:pPr marL="342900" indent="-342900">
              <a:lnSpc>
                <a:spcPct val="115000"/>
              </a:lnSpc>
              <a:spcBef>
                <a:spcPct val="20000"/>
              </a:spcBef>
              <a:buFont typeface="Wingdings 2" charset="2"/>
              <a:buChar char=""/>
            </a:pPr>
            <a:r>
              <a:rPr lang="en-US" sz="1500" dirty="0">
                <a:solidFill>
                  <a:srgbClr val="FFFFFF"/>
                </a:solidFill>
                <a:latin typeface="Cambria" panose="02040503050406030204" pitchFamily="18" charset="0"/>
                <a:ea typeface="Cambria" panose="02040503050406030204" pitchFamily="18" charset="0"/>
              </a:rPr>
              <a:t>We are committed to fostering a culture of </a:t>
            </a:r>
            <a:r>
              <a:rPr lang="en-US" sz="1500" u="sng" dirty="0">
                <a:solidFill>
                  <a:srgbClr val="FFFFFF"/>
                </a:solidFill>
                <a:latin typeface="Cambria" panose="02040503050406030204" pitchFamily="18" charset="0"/>
                <a:ea typeface="Cambria" panose="02040503050406030204" pitchFamily="18" charset="0"/>
              </a:rPr>
              <a:t>accountability at all levels</a:t>
            </a:r>
            <a:r>
              <a:rPr lang="en-US" sz="1500" dirty="0">
                <a:solidFill>
                  <a:srgbClr val="FFFFFF"/>
                </a:solidFill>
                <a:latin typeface="Cambria" panose="02040503050406030204" pitchFamily="18" charset="0"/>
                <a:ea typeface="Cambria" panose="02040503050406030204" pitchFamily="18" charset="0"/>
              </a:rPr>
              <a:t>.</a:t>
            </a:r>
          </a:p>
          <a:p>
            <a:pPr marL="342900" indent="-342900">
              <a:lnSpc>
                <a:spcPct val="115000"/>
              </a:lnSpc>
              <a:spcBef>
                <a:spcPct val="20000"/>
              </a:spcBef>
              <a:buFont typeface="Wingdings 2" charset="2"/>
              <a:buChar char=""/>
            </a:pPr>
            <a:r>
              <a:rPr lang="en-US" sz="1500" dirty="0">
                <a:solidFill>
                  <a:srgbClr val="FFFFFF"/>
                </a:solidFill>
                <a:latin typeface="Cambria" panose="02040503050406030204" pitchFamily="18" charset="0"/>
                <a:ea typeface="Cambria" panose="02040503050406030204" pitchFamily="18" charset="0"/>
              </a:rPr>
              <a:t>We encourage our employees to report anything they believe could be out of compliance with our values and we provide protected ways for them to do that.</a:t>
            </a:r>
          </a:p>
          <a:p>
            <a:pPr marL="342900" indent="-342900">
              <a:lnSpc>
                <a:spcPct val="115000"/>
              </a:lnSpc>
              <a:spcBef>
                <a:spcPct val="20000"/>
              </a:spcBef>
              <a:buFont typeface="Wingdings 2" charset="2"/>
              <a:buChar char=""/>
            </a:pPr>
            <a:r>
              <a:rPr lang="en-US" sz="1500" dirty="0">
                <a:solidFill>
                  <a:srgbClr val="FFFFFF"/>
                </a:solidFill>
                <a:latin typeface="Cambria" panose="02040503050406030204" pitchFamily="18" charset="0"/>
                <a:ea typeface="Cambria" panose="02040503050406030204" pitchFamily="18" charset="0"/>
              </a:rPr>
              <a:t>Our commitment to fairness and integrity extends to everyone with whom we interact and do business.</a:t>
            </a:r>
          </a:p>
        </p:txBody>
      </p:sp>
      <p:sp>
        <p:nvSpPr>
          <p:cNvPr id="34" name="Rounded Rectangle 17">
            <a:extLst>
              <a:ext uri="{FF2B5EF4-FFF2-40B4-BE49-F238E27FC236}">
                <a16:creationId xmlns:a16="http://schemas.microsoft.com/office/drawing/2014/main" id="{FD056B7E-FBD7-4858-966D-9C4DEDA7E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BF654206-BE0D-47A6-B141-B41342FD1EC2}"/>
              </a:ext>
            </a:extLst>
          </p:cNvPr>
          <p:cNvPicPr>
            <a:picLocks noChangeAspect="1"/>
          </p:cNvPicPr>
          <p:nvPr/>
        </p:nvPicPr>
        <p:blipFill>
          <a:blip r:embed="rId3"/>
          <a:stretch>
            <a:fillRect/>
          </a:stretch>
        </p:blipFill>
        <p:spPr>
          <a:xfrm>
            <a:off x="7410517" y="2037419"/>
            <a:ext cx="3832042" cy="2772424"/>
          </a:xfrm>
          <a:prstGeom prst="rect">
            <a:avLst/>
          </a:prstGeom>
        </p:spPr>
      </p:pic>
    </p:spTree>
    <p:extLst>
      <p:ext uri="{BB962C8B-B14F-4D97-AF65-F5344CB8AC3E}">
        <p14:creationId xmlns:p14="http://schemas.microsoft.com/office/powerpoint/2010/main" val="11917940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447188"/>
            <a:ext cx="10571998" cy="970450"/>
          </a:xfrm>
        </p:spPr>
        <p:txBody>
          <a:bodyPr vert="horz" lIns="91440" tIns="45720" rIns="91440" bIns="45720" rtlCol="0" anchor="b">
            <a:normAutofit/>
          </a:bodyPr>
          <a:lstStyle/>
          <a:p>
            <a:r>
              <a:rPr lang="en-US" altLang="en-US" sz="4000">
                <a:solidFill>
                  <a:srgbClr val="FEFEFE"/>
                </a:solidFill>
                <a:latin typeface="Cambria" panose="02040503050406030204" pitchFamily="18" charset="0"/>
                <a:ea typeface="Cambria" panose="02040503050406030204" pitchFamily="18" charset="0"/>
              </a:rPr>
              <a:t>Treat Everyone As A Guest</a:t>
            </a:r>
            <a:endParaRPr lang="en-US" sz="4000">
              <a:solidFill>
                <a:srgbClr val="FEFEFE"/>
              </a:solidFill>
              <a:latin typeface="Cambria" panose="02040503050406030204" pitchFamily="18" charset="0"/>
              <a:ea typeface="Cambria" panose="02040503050406030204" pitchFamily="18" charset="0"/>
            </a:endParaRPr>
          </a:p>
        </p:txBody>
      </p:sp>
      <p:sp>
        <p:nvSpPr>
          <p:cNvPr id="3" name="Text Placeholder 2"/>
          <p:cNvSpPr>
            <a:spLocks noGrp="1"/>
          </p:cNvSpPr>
          <p:nvPr>
            <p:ph type="body" sz="quarter" idx="10"/>
          </p:nvPr>
        </p:nvSpPr>
        <p:spPr>
          <a:xfrm>
            <a:off x="188259" y="2413000"/>
            <a:ext cx="5432612" cy="3632200"/>
          </a:xfrm>
        </p:spPr>
        <p:txBody>
          <a:bodyPr vert="horz" lIns="91440" tIns="45720" rIns="91440" bIns="45720" rtlCol="0" anchor="ctr">
            <a:normAutofit/>
          </a:bodyPr>
          <a:lstStyle/>
          <a:p>
            <a:pPr marL="342900" indent="-342900">
              <a:spcBef>
                <a:spcPct val="20000"/>
              </a:spcBef>
              <a:spcAft>
                <a:spcPts val="600"/>
              </a:spcAft>
              <a:buFont typeface="Wingdings 2" charset="2"/>
              <a:buChar char=""/>
            </a:pPr>
            <a:r>
              <a:rPr lang="en-US" altLang="en-US" sz="1600" u="sng" dirty="0">
                <a:solidFill>
                  <a:schemeClr val="tx1"/>
                </a:solidFill>
                <a:latin typeface="Cambria" panose="02040503050406030204" pitchFamily="18" charset="0"/>
                <a:ea typeface="Cambria" panose="02040503050406030204" pitchFamily="18" charset="0"/>
              </a:rPr>
              <a:t>Exceed the needs and expectations</a:t>
            </a:r>
            <a:r>
              <a:rPr lang="en-US" altLang="en-US" sz="1600" dirty="0">
                <a:solidFill>
                  <a:schemeClr val="tx1"/>
                </a:solidFill>
                <a:latin typeface="Cambria" panose="02040503050406030204" pitchFamily="18" charset="0"/>
                <a:ea typeface="Cambria" panose="02040503050406030204" pitchFamily="18" charset="0"/>
              </a:rPr>
              <a:t> of all customers</a:t>
            </a:r>
          </a:p>
          <a:p>
            <a:pPr marL="342900" indent="-342900">
              <a:spcBef>
                <a:spcPct val="20000"/>
              </a:spcBef>
              <a:spcAft>
                <a:spcPts val="600"/>
              </a:spcAft>
              <a:buFont typeface="Wingdings 2" charset="2"/>
              <a:buChar char=""/>
            </a:pPr>
            <a:r>
              <a:rPr lang="en-US" altLang="en-US" sz="1600" dirty="0">
                <a:solidFill>
                  <a:schemeClr val="tx1"/>
                </a:solidFill>
                <a:latin typeface="Cambria" panose="02040503050406030204" pitchFamily="18" charset="0"/>
                <a:ea typeface="Cambria" panose="02040503050406030204" pitchFamily="18" charset="0"/>
              </a:rPr>
              <a:t>Continually create </a:t>
            </a:r>
            <a:r>
              <a:rPr lang="en-US" altLang="en-US" sz="1600" u="sng" dirty="0">
                <a:solidFill>
                  <a:schemeClr val="tx1"/>
                </a:solidFill>
                <a:latin typeface="Cambria" panose="02040503050406030204" pitchFamily="18" charset="0"/>
                <a:ea typeface="Cambria" panose="02040503050406030204" pitchFamily="18" charset="0"/>
              </a:rPr>
              <a:t>positive first impressions </a:t>
            </a:r>
          </a:p>
          <a:p>
            <a:pPr marL="342900" indent="-342900">
              <a:spcBef>
                <a:spcPct val="20000"/>
              </a:spcBef>
              <a:spcAft>
                <a:spcPts val="600"/>
              </a:spcAft>
              <a:buFont typeface="Wingdings 2" charset="2"/>
              <a:buChar char=""/>
            </a:pPr>
            <a:r>
              <a:rPr lang="en-US" altLang="en-US" sz="1600" u="sng" dirty="0">
                <a:solidFill>
                  <a:schemeClr val="tx1"/>
                </a:solidFill>
                <a:latin typeface="Cambria" panose="02040503050406030204" pitchFamily="18" charset="0"/>
                <a:ea typeface="Cambria" panose="02040503050406030204" pitchFamily="18" charset="0"/>
              </a:rPr>
              <a:t>Keep promises </a:t>
            </a:r>
            <a:r>
              <a:rPr lang="en-US" altLang="en-US" sz="1600" dirty="0">
                <a:solidFill>
                  <a:schemeClr val="tx1"/>
                </a:solidFill>
                <a:latin typeface="Cambria" panose="02040503050406030204" pitchFamily="18" charset="0"/>
                <a:ea typeface="Cambria" panose="02040503050406030204" pitchFamily="18" charset="0"/>
              </a:rPr>
              <a:t>to earn trust</a:t>
            </a:r>
          </a:p>
          <a:p>
            <a:pPr marL="342900" indent="-342900">
              <a:spcBef>
                <a:spcPct val="20000"/>
              </a:spcBef>
              <a:spcAft>
                <a:spcPts val="600"/>
              </a:spcAft>
              <a:buFont typeface="Wingdings 2" charset="2"/>
              <a:buChar char=""/>
            </a:pPr>
            <a:r>
              <a:rPr lang="en-US" altLang="en-US" sz="1600" dirty="0">
                <a:solidFill>
                  <a:schemeClr val="tx1"/>
                </a:solidFill>
                <a:latin typeface="Cambria" panose="02040503050406030204" pitchFamily="18" charset="0"/>
                <a:ea typeface="Cambria" panose="02040503050406030204" pitchFamily="18" charset="0"/>
              </a:rPr>
              <a:t>Display </a:t>
            </a:r>
            <a:r>
              <a:rPr lang="en-US" altLang="en-US" sz="1600" u="sng" dirty="0">
                <a:solidFill>
                  <a:schemeClr val="tx1"/>
                </a:solidFill>
                <a:latin typeface="Cambria" panose="02040503050406030204" pitchFamily="18" charset="0"/>
                <a:ea typeface="Cambria" panose="02040503050406030204" pitchFamily="18" charset="0"/>
              </a:rPr>
              <a:t>service recovery skills </a:t>
            </a:r>
            <a:r>
              <a:rPr lang="en-US" altLang="en-US" sz="1600" dirty="0">
                <a:solidFill>
                  <a:schemeClr val="tx1"/>
                </a:solidFill>
                <a:latin typeface="Cambria" panose="02040503050406030204" pitchFamily="18" charset="0"/>
                <a:ea typeface="Cambria" panose="02040503050406030204" pitchFamily="18" charset="0"/>
              </a:rPr>
              <a:t>without blaming</a:t>
            </a:r>
            <a:endParaRPr lang="en-US" sz="1600" dirty="0">
              <a:solidFill>
                <a:schemeClr val="tx1"/>
              </a:solidFill>
              <a:latin typeface="Cambria" panose="02040503050406030204" pitchFamily="18" charset="0"/>
              <a:ea typeface="Cambria" panose="02040503050406030204" pitchFamily="18" charset="0"/>
            </a:endParaRPr>
          </a:p>
        </p:txBody>
      </p:sp>
      <p:pic>
        <p:nvPicPr>
          <p:cNvPr id="7" name="Picture 6"/>
          <p:cNvPicPr>
            <a:picLocks noChangeAspect="1"/>
          </p:cNvPicPr>
          <p:nvPr/>
        </p:nvPicPr>
        <p:blipFill rotWithShape="1">
          <a:blip r:embed="rId3" cstate="screen">
            <a:extLst>
              <a:ext uri="{28A0092B-C50C-407E-A947-70E740481C1C}">
                <a14:useLocalDpi xmlns:a14="http://schemas.microsoft.com/office/drawing/2010/main"/>
              </a:ext>
            </a:extLst>
          </a:blip>
          <a:stretch/>
        </p:blipFill>
        <p:spPr>
          <a:xfrm>
            <a:off x="5686341" y="2413000"/>
            <a:ext cx="5108368" cy="3716338"/>
          </a:xfrm>
          <a:prstGeom prst="roundRect">
            <a:avLst>
              <a:gd name="adj" fmla="val 3876"/>
            </a:avLst>
          </a:prstGeom>
          <a:ln>
            <a:solidFill>
              <a:schemeClr val="accent1"/>
            </a:solidFill>
          </a:ln>
          <a:effectLst/>
        </p:spPr>
      </p:pic>
      <p:sp>
        <p:nvSpPr>
          <p:cNvPr id="5" name="Slide Number Placeholder 5"/>
          <p:cNvSpPr txBox="1">
            <a:spLocks/>
          </p:cNvSpPr>
          <p:nvPr/>
        </p:nvSpPr>
        <p:spPr>
          <a:xfrm>
            <a:off x="9936480" y="6442360"/>
            <a:ext cx="2133600" cy="27384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0C194C6F-EF48-3142-BA79-7C47E9616D5D}" type="slidenum">
              <a:rPr lang="en-US" smtClean="0">
                <a:solidFill>
                  <a:srgbClr val="FFFFFF"/>
                </a:solidFill>
                <a:latin typeface="Cambria" panose="02040503050406030204" pitchFamily="18" charset="0"/>
                <a:ea typeface="Cambria" panose="02040503050406030204" pitchFamily="18" charset="0"/>
              </a:rPr>
              <a:pPr>
                <a:spcAft>
                  <a:spcPts val="600"/>
                </a:spcAft>
              </a:pPr>
              <a:t>10</a:t>
            </a:fld>
            <a:endParaRPr lang="en-US">
              <a:solidFill>
                <a:srgbClr val="FFFF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387376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0"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52" name="Rectangle 51">
            <a:extLst>
              <a:ext uri="{FF2B5EF4-FFF2-40B4-BE49-F238E27FC236}">
                <a16:creationId xmlns:a16="http://schemas.microsoft.com/office/drawing/2014/main" id="{B2B82547-2424-4E7A-A98B-75206EE73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23">
            <a:extLst>
              <a:ext uri="{FF2B5EF4-FFF2-40B4-BE49-F238E27FC236}">
                <a16:creationId xmlns:a16="http://schemas.microsoft.com/office/drawing/2014/main" id="{5109BC2F-9616-4D7D-9E98-57898009A8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3">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41754" y="1687286"/>
            <a:ext cx="3269463" cy="3978017"/>
          </a:xfrm>
        </p:spPr>
        <p:txBody>
          <a:bodyPr vert="horz" lIns="91440" tIns="45720" rIns="91440" bIns="45720" rtlCol="0" anchor="t">
            <a:normAutofit/>
          </a:bodyPr>
          <a:lstStyle/>
          <a:p>
            <a:pPr>
              <a:lnSpc>
                <a:spcPct val="90000"/>
              </a:lnSpc>
            </a:pPr>
            <a:r>
              <a:rPr lang="en-US" altLang="en-US" sz="3700">
                <a:solidFill>
                  <a:srgbClr val="FEFEFE"/>
                </a:solidFill>
                <a:latin typeface="+mj-lt"/>
              </a:rPr>
              <a:t>Treat Everyone As A Guest – </a:t>
            </a:r>
            <a:br>
              <a:rPr lang="en-US" altLang="en-US" sz="3700">
                <a:solidFill>
                  <a:srgbClr val="FEFEFE"/>
                </a:solidFill>
                <a:latin typeface="+mj-lt"/>
              </a:rPr>
            </a:br>
            <a:r>
              <a:rPr lang="en-US" altLang="en-US" sz="3700">
                <a:solidFill>
                  <a:srgbClr val="FEFEFE"/>
                </a:solidFill>
                <a:latin typeface="+mj-lt"/>
              </a:rPr>
              <a:t>Service Recovery Behaviors</a:t>
            </a:r>
            <a:endParaRPr lang="en-US" sz="3700">
              <a:solidFill>
                <a:srgbClr val="FEFEFE"/>
              </a:solidFill>
              <a:latin typeface="+mj-lt"/>
            </a:endParaRPr>
          </a:p>
        </p:txBody>
      </p:sp>
      <p:graphicFrame>
        <p:nvGraphicFramePr>
          <p:cNvPr id="45" name="Text Placeholder 2">
            <a:extLst>
              <a:ext uri="{FF2B5EF4-FFF2-40B4-BE49-F238E27FC236}">
                <a16:creationId xmlns:a16="http://schemas.microsoft.com/office/drawing/2014/main" id="{949BEF4A-1475-15E8-55E1-9C135D030463}"/>
              </a:ext>
            </a:extLst>
          </p:cNvPr>
          <p:cNvGraphicFramePr/>
          <p:nvPr>
            <p:extLst>
              <p:ext uri="{D42A27DB-BD31-4B8C-83A1-F6EECF244321}">
                <p14:modId xmlns:p14="http://schemas.microsoft.com/office/powerpoint/2010/main" val="2495343618"/>
              </p:ext>
            </p:extLst>
          </p:nvPr>
        </p:nvGraphicFramePr>
        <p:xfrm>
          <a:off x="5508820" y="965200"/>
          <a:ext cx="5728344" cy="49029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955637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637" y="280930"/>
            <a:ext cx="11398407" cy="970526"/>
          </a:xfrm>
        </p:spPr>
        <p:txBody>
          <a:bodyPr/>
          <a:lstStyle/>
          <a:p>
            <a:pPr algn="ctr"/>
            <a:r>
              <a:rPr lang="en-US" altLang="en-US" dirty="0">
                <a:solidFill>
                  <a:schemeClr val="tx1"/>
                </a:solidFill>
                <a:latin typeface="Cambria" panose="02040503050406030204" pitchFamily="18" charset="0"/>
                <a:ea typeface="Cambria" panose="02040503050406030204" pitchFamily="18" charset="0"/>
              </a:rPr>
              <a:t>Demonstrate Professionalism and Excellence</a:t>
            </a:r>
            <a:endParaRPr lang="en-US" dirty="0">
              <a:solidFill>
                <a:schemeClr val="tx1"/>
              </a:solidFill>
              <a:latin typeface="Cambria" panose="02040503050406030204" pitchFamily="18" charset="0"/>
              <a:ea typeface="Cambria" panose="02040503050406030204" pitchFamily="18" charset="0"/>
            </a:endParaRPr>
          </a:p>
        </p:txBody>
      </p:sp>
      <p:sp>
        <p:nvSpPr>
          <p:cNvPr id="5" name="Slide Number Placeholder 5"/>
          <p:cNvSpPr txBox="1">
            <a:spLocks/>
          </p:cNvSpPr>
          <p:nvPr/>
        </p:nvSpPr>
        <p:spPr>
          <a:xfrm>
            <a:off x="9936480" y="6442360"/>
            <a:ext cx="2133600" cy="27384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194C6F-EF48-3142-BA79-7C47E9616D5D}" type="slidenum">
              <a:rPr lang="en-US" smtClean="0">
                <a:solidFill>
                  <a:srgbClr val="FFFFFF"/>
                </a:solidFill>
                <a:latin typeface="Cambria" panose="02040503050406030204" pitchFamily="18" charset="0"/>
                <a:ea typeface="Cambria" panose="02040503050406030204" pitchFamily="18" charset="0"/>
              </a:rPr>
              <a:pPr/>
              <a:t>12</a:t>
            </a:fld>
            <a:endParaRPr lang="en-US" dirty="0">
              <a:solidFill>
                <a:srgbClr val="FFFFFF"/>
              </a:solidFill>
              <a:latin typeface="Cambria" panose="02040503050406030204" pitchFamily="18" charset="0"/>
              <a:ea typeface="Cambria" panose="02040503050406030204" pitchFamily="18" charset="0"/>
            </a:endParaRPr>
          </a:p>
        </p:txBody>
      </p:sp>
      <p:graphicFrame>
        <p:nvGraphicFramePr>
          <p:cNvPr id="7" name="Text Placeholder 2">
            <a:extLst>
              <a:ext uri="{FF2B5EF4-FFF2-40B4-BE49-F238E27FC236}">
                <a16:creationId xmlns:a16="http://schemas.microsoft.com/office/drawing/2014/main" id="{62C89C22-F7F8-F2D7-10D2-175485D1B247}"/>
              </a:ext>
            </a:extLst>
          </p:cNvPr>
          <p:cNvGraphicFramePr/>
          <p:nvPr>
            <p:extLst>
              <p:ext uri="{D42A27DB-BD31-4B8C-83A1-F6EECF244321}">
                <p14:modId xmlns:p14="http://schemas.microsoft.com/office/powerpoint/2010/main" val="523231821"/>
              </p:ext>
            </p:extLst>
          </p:nvPr>
        </p:nvGraphicFramePr>
        <p:xfrm>
          <a:off x="460795" y="1552846"/>
          <a:ext cx="11398249" cy="4151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284663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2" name="Rectangle 21">
            <a:extLst>
              <a:ext uri="{FF2B5EF4-FFF2-40B4-BE49-F238E27FC236}">
                <a16:creationId xmlns:a16="http://schemas.microsoft.com/office/drawing/2014/main" id="{A3322B77-FA16-4D4E-BAA6-811C61DB3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CA6EF34F-3BAD-4CD8-B05E-03BA773AE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50631" y="1050634"/>
            <a:ext cx="6857997" cy="4756735"/>
          </a:xfrm>
          <a:custGeom>
            <a:avLst/>
            <a:gdLst>
              <a:gd name="connsiteX0" fmla="*/ 6857997 w 6857997"/>
              <a:gd name="connsiteY0" fmla="*/ 0 h 4756735"/>
              <a:gd name="connsiteX1" fmla="*/ 6857997 w 6857997"/>
              <a:gd name="connsiteY1" fmla="*/ 4458285 h 4756735"/>
              <a:gd name="connsiteX2" fmla="*/ 4861980 w 6857997"/>
              <a:gd name="connsiteY2" fmla="*/ 4458285 h 4756735"/>
              <a:gd name="connsiteX3" fmla="*/ 4480980 w 6857997"/>
              <a:gd name="connsiteY3" fmla="*/ 4744036 h 4756735"/>
              <a:gd name="connsiteX4" fmla="*/ 4472514 w 6857997"/>
              <a:gd name="connsiteY4" fmla="*/ 4747210 h 4756735"/>
              <a:gd name="connsiteX5" fmla="*/ 4459814 w 6857997"/>
              <a:gd name="connsiteY5" fmla="*/ 4751973 h 4756735"/>
              <a:gd name="connsiteX6" fmla="*/ 4447114 w 6857997"/>
              <a:gd name="connsiteY6" fmla="*/ 4756735 h 4756735"/>
              <a:gd name="connsiteX7" fmla="*/ 4436530 w 6857997"/>
              <a:gd name="connsiteY7" fmla="*/ 4756735 h 4756735"/>
              <a:gd name="connsiteX8" fmla="*/ 4423830 w 6857997"/>
              <a:gd name="connsiteY8" fmla="*/ 4756735 h 4756735"/>
              <a:gd name="connsiteX9" fmla="*/ 4413247 w 6857997"/>
              <a:gd name="connsiteY9" fmla="*/ 4751973 h 4756735"/>
              <a:gd name="connsiteX10" fmla="*/ 4400547 w 6857997"/>
              <a:gd name="connsiteY10" fmla="*/ 4747210 h 4756735"/>
              <a:gd name="connsiteX11" fmla="*/ 4392080 w 6857997"/>
              <a:gd name="connsiteY11" fmla="*/ 4744036 h 4756735"/>
              <a:gd name="connsiteX12" fmla="*/ 4011080 w 6857997"/>
              <a:gd name="connsiteY12" fmla="*/ 4458285 h 4756735"/>
              <a:gd name="connsiteX13" fmla="*/ 0 w 6857997"/>
              <a:gd name="connsiteY13" fmla="*/ 4458285 h 4756735"/>
              <a:gd name="connsiteX14" fmla="*/ 1 w 6857997"/>
              <a:gd name="connsiteY14" fmla="*/ 0 h 475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7997" h="4756735">
                <a:moveTo>
                  <a:pt x="6857997" y="0"/>
                </a:moveTo>
                <a:lnTo>
                  <a:pt x="6857997" y="4458285"/>
                </a:lnTo>
                <a:lnTo>
                  <a:pt x="4861980" y="4458285"/>
                </a:lnTo>
                <a:lnTo>
                  <a:pt x="4480980" y="4744036"/>
                </a:lnTo>
                <a:lnTo>
                  <a:pt x="4472514" y="4747210"/>
                </a:lnTo>
                <a:lnTo>
                  <a:pt x="4459814" y="4751973"/>
                </a:lnTo>
                <a:lnTo>
                  <a:pt x="4447114" y="4756735"/>
                </a:lnTo>
                <a:lnTo>
                  <a:pt x="4436530" y="4756735"/>
                </a:lnTo>
                <a:lnTo>
                  <a:pt x="4423830" y="4756735"/>
                </a:lnTo>
                <a:lnTo>
                  <a:pt x="4413247" y="4751973"/>
                </a:lnTo>
                <a:lnTo>
                  <a:pt x="4400547" y="4747210"/>
                </a:lnTo>
                <a:lnTo>
                  <a:pt x="4392080" y="4744036"/>
                </a:lnTo>
                <a:lnTo>
                  <a:pt x="4011080" y="4458285"/>
                </a:lnTo>
                <a:lnTo>
                  <a:pt x="0" y="4458285"/>
                </a:lnTo>
                <a:lnTo>
                  <a:pt x="1" y="0"/>
                </a:lnTo>
                <a:close/>
              </a:path>
            </a:pathLst>
          </a:custGeom>
          <a:solidFill>
            <a:schemeClr val="accent1"/>
          </a:solidFill>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641754" y="1918252"/>
            <a:ext cx="3435296" cy="3997635"/>
          </a:xfrm>
        </p:spPr>
        <p:txBody>
          <a:bodyPr vert="horz" lIns="91440" tIns="45720" rIns="91440" bIns="45720" rtlCol="0" anchor="t">
            <a:normAutofit/>
          </a:bodyPr>
          <a:lstStyle/>
          <a:p>
            <a:pPr>
              <a:lnSpc>
                <a:spcPct val="90000"/>
              </a:lnSpc>
            </a:pPr>
            <a:r>
              <a:rPr lang="en-US" altLang="en-US" sz="3400" dirty="0">
                <a:solidFill>
                  <a:srgbClr val="FEFEFE"/>
                </a:solidFill>
                <a:latin typeface="Cambria" panose="02040503050406030204" pitchFamily="18" charset="0"/>
                <a:ea typeface="Cambria" panose="02040503050406030204" pitchFamily="18" charset="0"/>
              </a:rPr>
              <a:t>Demonstrate Professionalism and Excellence </a:t>
            </a:r>
            <a:br>
              <a:rPr lang="en-US" altLang="en-US" sz="3400" dirty="0">
                <a:solidFill>
                  <a:srgbClr val="FEFEFE"/>
                </a:solidFill>
                <a:latin typeface="Cambria" panose="02040503050406030204" pitchFamily="18" charset="0"/>
                <a:ea typeface="Cambria" panose="02040503050406030204" pitchFamily="18" charset="0"/>
              </a:rPr>
            </a:br>
            <a:endParaRPr lang="en-US" sz="3400" i="1" dirty="0">
              <a:solidFill>
                <a:srgbClr val="FEFEFE"/>
              </a:solidFill>
              <a:latin typeface="Cambria" panose="02040503050406030204" pitchFamily="18" charset="0"/>
              <a:ea typeface="Cambria" panose="02040503050406030204" pitchFamily="18" charset="0"/>
            </a:endParaRPr>
          </a:p>
        </p:txBody>
      </p:sp>
      <p:graphicFrame>
        <p:nvGraphicFramePr>
          <p:cNvPr id="8" name="Text Placeholder 2">
            <a:extLst>
              <a:ext uri="{FF2B5EF4-FFF2-40B4-BE49-F238E27FC236}">
                <a16:creationId xmlns:a16="http://schemas.microsoft.com/office/drawing/2014/main" id="{4918AF5E-1E82-7E11-4CEF-7E8ADEA9A30B}"/>
              </a:ext>
            </a:extLst>
          </p:cNvPr>
          <p:cNvGraphicFramePr/>
          <p:nvPr>
            <p:extLst>
              <p:ext uri="{D42A27DB-BD31-4B8C-83A1-F6EECF244321}">
                <p14:modId xmlns:p14="http://schemas.microsoft.com/office/powerpoint/2010/main" val="3098227484"/>
              </p:ext>
            </p:extLst>
          </p:nvPr>
        </p:nvGraphicFramePr>
        <p:xfrm>
          <a:off x="5556250" y="1262063"/>
          <a:ext cx="5816600" cy="4327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14446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lnSpc>
                <a:spcPct val="90000"/>
              </a:lnSpc>
            </a:pPr>
            <a:r>
              <a:rPr lang="en-US" altLang="en-US" sz="3200" dirty="0">
                <a:solidFill>
                  <a:schemeClr val="tx1"/>
                </a:solidFill>
              </a:rPr>
              <a:t>Demonstrate Professionalism and Excellence </a:t>
            </a:r>
            <a:r>
              <a:rPr lang="mr-IN" altLang="en-US" sz="3200" dirty="0">
                <a:solidFill>
                  <a:schemeClr val="tx1"/>
                </a:solidFill>
              </a:rPr>
              <a:t>–</a:t>
            </a:r>
            <a:r>
              <a:rPr lang="en-US" altLang="en-US" sz="3200" dirty="0">
                <a:solidFill>
                  <a:schemeClr val="tx1"/>
                </a:solidFill>
              </a:rPr>
              <a:t> </a:t>
            </a:r>
            <a:br>
              <a:rPr lang="en-US" altLang="en-US" sz="3200" dirty="0">
                <a:solidFill>
                  <a:schemeClr val="tx1"/>
                </a:solidFill>
              </a:rPr>
            </a:br>
            <a:r>
              <a:rPr lang="en-US" altLang="en-US" sz="3200" u="sng" dirty="0">
                <a:solidFill>
                  <a:schemeClr val="tx1"/>
                </a:solidFill>
              </a:rPr>
              <a:t>Take Ownership</a:t>
            </a:r>
            <a:endParaRPr lang="en-US" sz="3200" u="sng" dirty="0">
              <a:solidFill>
                <a:schemeClr val="tx1"/>
              </a:solidFill>
            </a:endParaRPr>
          </a:p>
        </p:txBody>
      </p:sp>
      <p:graphicFrame>
        <p:nvGraphicFramePr>
          <p:cNvPr id="9" name="Text Placeholder 2">
            <a:extLst>
              <a:ext uri="{FF2B5EF4-FFF2-40B4-BE49-F238E27FC236}">
                <a16:creationId xmlns:a16="http://schemas.microsoft.com/office/drawing/2014/main" id="{FF982B82-7367-60A2-A49D-D0B0B4F9822B}"/>
              </a:ext>
            </a:extLst>
          </p:cNvPr>
          <p:cNvGraphicFramePr/>
          <p:nvPr>
            <p:extLst>
              <p:ext uri="{D42A27DB-BD31-4B8C-83A1-F6EECF244321}">
                <p14:modId xmlns:p14="http://schemas.microsoft.com/office/powerpoint/2010/main" val="2905982477"/>
              </p:ext>
            </p:extLst>
          </p:nvPr>
        </p:nvGraphicFramePr>
        <p:xfrm>
          <a:off x="670519" y="2425301"/>
          <a:ext cx="11398249" cy="41517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098552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44" name="Rectangle 43">
            <a:extLst>
              <a:ext uri="{FF2B5EF4-FFF2-40B4-BE49-F238E27FC236}">
                <a16:creationId xmlns:a16="http://schemas.microsoft.com/office/drawing/2014/main" id="{056824CE-083D-4ED5-94A5-655345BBE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6">
            <a:extLst>
              <a:ext uri="{FF2B5EF4-FFF2-40B4-BE49-F238E27FC236}">
                <a16:creationId xmlns:a16="http://schemas.microsoft.com/office/drawing/2014/main" id="{0785D83B-2124-40CD-9E29-811BC2B7C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tx1"/>
          </a:solidFill>
          <a:ln>
            <a:noFill/>
          </a:ln>
          <a:extLst>
            <a:ext uri="{91240B29-F687-4f45-9708-019B960494DF}">
              <a14:hiddenLine xmlns:a14="http://schemas.microsoft.com/office/drawing/2010/main" xmlns:dgm="http://schemas.openxmlformats.org/drawingml/2006/diagram"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447188"/>
            <a:ext cx="10571998" cy="970450"/>
          </a:xfrm>
        </p:spPr>
        <p:txBody>
          <a:bodyPr vert="horz" lIns="91440" tIns="45720" rIns="91440" bIns="45720" rtlCol="0" anchor="b">
            <a:normAutofit/>
          </a:bodyPr>
          <a:lstStyle/>
          <a:p>
            <a:pPr>
              <a:lnSpc>
                <a:spcPct val="90000"/>
              </a:lnSpc>
            </a:pPr>
            <a:r>
              <a:rPr lang="en-US" altLang="en-US" sz="3100" dirty="0">
                <a:solidFill>
                  <a:srgbClr val="FEFEFE"/>
                </a:solidFill>
                <a:latin typeface="+mj-lt"/>
              </a:rPr>
              <a:t>Demonstrate Professionalism and Excellence – </a:t>
            </a:r>
            <a:br>
              <a:rPr lang="en-US" altLang="en-US" sz="3100" dirty="0">
                <a:solidFill>
                  <a:srgbClr val="FEFEFE"/>
                </a:solidFill>
                <a:latin typeface="+mj-lt"/>
              </a:rPr>
            </a:br>
            <a:r>
              <a:rPr lang="en-US" altLang="en-US" sz="3100" u="sng" dirty="0">
                <a:solidFill>
                  <a:srgbClr val="FEFEFE"/>
                </a:solidFill>
                <a:latin typeface="+mj-lt"/>
              </a:rPr>
              <a:t>Demonstrate Accountability</a:t>
            </a:r>
            <a:endParaRPr lang="en-US" sz="3100" u="sng" dirty="0">
              <a:solidFill>
                <a:srgbClr val="FEFEFE"/>
              </a:solidFill>
              <a:latin typeface="+mj-lt"/>
            </a:endParaRPr>
          </a:p>
        </p:txBody>
      </p:sp>
      <p:graphicFrame>
        <p:nvGraphicFramePr>
          <p:cNvPr id="8" name="Text Placeholder 2">
            <a:extLst>
              <a:ext uri="{FF2B5EF4-FFF2-40B4-BE49-F238E27FC236}">
                <a16:creationId xmlns:a16="http://schemas.microsoft.com/office/drawing/2014/main" id="{645A756E-5104-F981-26B2-55606D832BD1}"/>
              </a:ext>
            </a:extLst>
          </p:cNvPr>
          <p:cNvGraphicFramePr/>
          <p:nvPr>
            <p:extLst>
              <p:ext uri="{D42A27DB-BD31-4B8C-83A1-F6EECF244321}">
                <p14:modId xmlns:p14="http://schemas.microsoft.com/office/powerpoint/2010/main" val="2330623800"/>
              </p:ext>
            </p:extLst>
          </p:nvPr>
        </p:nvGraphicFramePr>
        <p:xfrm>
          <a:off x="819150" y="2494722"/>
          <a:ext cx="10553700" cy="33647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0717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3" name="Rectangle 22">
            <a:extLst>
              <a:ext uri="{FF2B5EF4-FFF2-40B4-BE49-F238E27FC236}">
                <a16:creationId xmlns:a16="http://schemas.microsoft.com/office/drawing/2014/main" id="{D0D45553-91A4-480A-9577-0E0FC0D919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23">
            <a:extLst>
              <a:ext uri="{FF2B5EF4-FFF2-40B4-BE49-F238E27FC236}">
                <a16:creationId xmlns:a16="http://schemas.microsoft.com/office/drawing/2014/main" id="{D240F8A8-FEA1-42C2-B259-27A9351279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3">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556591" y="1741714"/>
            <a:ext cx="3518452" cy="4117749"/>
          </a:xfrm>
        </p:spPr>
        <p:txBody>
          <a:bodyPr vert="horz" lIns="91440" tIns="45720" rIns="91440" bIns="45720" rtlCol="0" anchor="t">
            <a:normAutofit/>
          </a:bodyPr>
          <a:lstStyle/>
          <a:p>
            <a:r>
              <a:rPr lang="en-US" altLang="en-US" sz="4000">
                <a:solidFill>
                  <a:srgbClr val="FEFEFE"/>
                </a:solidFill>
                <a:latin typeface="Cambria" panose="02040503050406030204" pitchFamily="18" charset="0"/>
                <a:ea typeface="Cambria" panose="02040503050406030204" pitchFamily="18" charset="0"/>
              </a:rPr>
              <a:t>Practice Teamwork</a:t>
            </a:r>
            <a:endParaRPr lang="en-US" sz="4000">
              <a:solidFill>
                <a:srgbClr val="FEFEFE"/>
              </a:solidFill>
              <a:latin typeface="Cambria" panose="02040503050406030204" pitchFamily="18" charset="0"/>
              <a:ea typeface="Cambria" panose="02040503050406030204" pitchFamily="18" charset="0"/>
            </a:endParaRPr>
          </a:p>
        </p:txBody>
      </p:sp>
      <p:graphicFrame>
        <p:nvGraphicFramePr>
          <p:cNvPr id="8" name="Text Placeholder 2">
            <a:extLst>
              <a:ext uri="{FF2B5EF4-FFF2-40B4-BE49-F238E27FC236}">
                <a16:creationId xmlns:a16="http://schemas.microsoft.com/office/drawing/2014/main" id="{7E7F9169-232C-B04A-D54F-47AEA79AEB39}"/>
              </a:ext>
            </a:extLst>
          </p:cNvPr>
          <p:cNvGraphicFramePr/>
          <p:nvPr>
            <p:extLst>
              <p:ext uri="{D42A27DB-BD31-4B8C-83A1-F6EECF244321}">
                <p14:modId xmlns:p14="http://schemas.microsoft.com/office/powerpoint/2010/main" val="2066764084"/>
              </p:ext>
            </p:extLst>
          </p:nvPr>
        </p:nvGraphicFramePr>
        <p:xfrm>
          <a:off x="5466523" y="1172818"/>
          <a:ext cx="5906328" cy="46866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178820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447188"/>
            <a:ext cx="10571998" cy="970450"/>
          </a:xfrm>
        </p:spPr>
        <p:txBody>
          <a:bodyPr vert="horz" lIns="91440" tIns="45720" rIns="91440" bIns="45720" rtlCol="0" anchor="b">
            <a:normAutofit/>
          </a:bodyPr>
          <a:lstStyle/>
          <a:p>
            <a:pPr>
              <a:lnSpc>
                <a:spcPct val="90000"/>
              </a:lnSpc>
            </a:pPr>
            <a:r>
              <a:rPr lang="en-US" altLang="en-US" sz="3100">
                <a:solidFill>
                  <a:srgbClr val="FEFEFE"/>
                </a:solidFill>
                <a:latin typeface="Cambria" panose="02040503050406030204" pitchFamily="18" charset="0"/>
                <a:ea typeface="Cambria" panose="02040503050406030204" pitchFamily="18" charset="0"/>
              </a:rPr>
              <a:t>Practice Teamwork – </a:t>
            </a:r>
            <a:br>
              <a:rPr lang="en-US" altLang="en-US" sz="3100">
                <a:solidFill>
                  <a:srgbClr val="FEFEFE"/>
                </a:solidFill>
                <a:latin typeface="Cambria" panose="02040503050406030204" pitchFamily="18" charset="0"/>
                <a:ea typeface="Cambria" panose="02040503050406030204" pitchFamily="18" charset="0"/>
              </a:rPr>
            </a:br>
            <a:r>
              <a:rPr lang="en-US" altLang="en-US" sz="3100" i="1">
                <a:solidFill>
                  <a:srgbClr val="FEFEFE"/>
                </a:solidFill>
                <a:latin typeface="Cambria" panose="02040503050406030204" pitchFamily="18" charset="0"/>
                <a:ea typeface="Cambria" panose="02040503050406030204" pitchFamily="18" charset="0"/>
              </a:rPr>
              <a:t>Participate in Process Improvement</a:t>
            </a:r>
            <a:endParaRPr lang="en-US" sz="3100" i="1">
              <a:solidFill>
                <a:srgbClr val="FEFEFE"/>
              </a:solidFill>
              <a:latin typeface="Cambria" panose="02040503050406030204" pitchFamily="18" charset="0"/>
              <a:ea typeface="Cambria" panose="02040503050406030204" pitchFamily="18" charset="0"/>
            </a:endParaRPr>
          </a:p>
        </p:txBody>
      </p:sp>
      <p:graphicFrame>
        <p:nvGraphicFramePr>
          <p:cNvPr id="9" name="Text Placeholder 2">
            <a:extLst>
              <a:ext uri="{FF2B5EF4-FFF2-40B4-BE49-F238E27FC236}">
                <a16:creationId xmlns:a16="http://schemas.microsoft.com/office/drawing/2014/main" id="{916DB02D-8EFB-C3F3-8AE7-0A8040E23921}"/>
              </a:ext>
            </a:extLst>
          </p:cNvPr>
          <p:cNvGraphicFramePr/>
          <p:nvPr>
            <p:extLst>
              <p:ext uri="{D42A27DB-BD31-4B8C-83A1-F6EECF244321}">
                <p14:modId xmlns:p14="http://schemas.microsoft.com/office/powerpoint/2010/main" val="1296190165"/>
              </p:ext>
            </p:extLst>
          </p:nvPr>
        </p:nvGraphicFramePr>
        <p:xfrm>
          <a:off x="819150" y="2494722"/>
          <a:ext cx="10553700" cy="33647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235643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Freeform 6">
            <a:extLst>
              <a:ext uri="{FF2B5EF4-FFF2-40B4-BE49-F238E27FC236}">
                <a16:creationId xmlns:a16="http://schemas.microsoft.com/office/drawing/2014/main" id="{E446B7E6-8568-417F-959E-DB3D1E7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2" y="639097"/>
            <a:ext cx="4961534" cy="3781101"/>
          </a:xfrm>
        </p:spPr>
        <p:txBody>
          <a:bodyPr vert="horz" lIns="91440" tIns="45720" rIns="91440" bIns="45720" rtlCol="0" anchor="b">
            <a:normAutofit/>
          </a:bodyPr>
          <a:lstStyle/>
          <a:p>
            <a:r>
              <a:rPr lang="en-US" altLang="en-US" sz="5000" dirty="0">
                <a:solidFill>
                  <a:srgbClr val="FEFEFE"/>
                </a:solidFill>
                <a:latin typeface="Cambria" panose="02040503050406030204" pitchFamily="18" charset="0"/>
                <a:ea typeface="Cambria" panose="02040503050406030204" pitchFamily="18" charset="0"/>
              </a:rPr>
              <a:t>Practice Teamwork – </a:t>
            </a:r>
            <a:br>
              <a:rPr lang="en-US" altLang="en-US" sz="5000" dirty="0">
                <a:solidFill>
                  <a:srgbClr val="FEFEFE"/>
                </a:solidFill>
                <a:latin typeface="Cambria" panose="02040503050406030204" pitchFamily="18" charset="0"/>
                <a:ea typeface="Cambria" panose="02040503050406030204" pitchFamily="18" charset="0"/>
              </a:rPr>
            </a:br>
            <a:r>
              <a:rPr lang="en-US" altLang="en-US" sz="5000" i="1" u="sng" dirty="0">
                <a:solidFill>
                  <a:srgbClr val="FEFEFE"/>
                </a:solidFill>
                <a:latin typeface="Cambria" panose="02040503050406030204" pitchFamily="18" charset="0"/>
                <a:ea typeface="Cambria" panose="02040503050406030204" pitchFamily="18" charset="0"/>
              </a:rPr>
              <a:t>Communicate Effectively</a:t>
            </a:r>
            <a:endParaRPr lang="en-US" sz="5000" i="1" u="sng" dirty="0">
              <a:solidFill>
                <a:srgbClr val="FEFEFE"/>
              </a:solidFill>
              <a:latin typeface="Cambria" panose="02040503050406030204" pitchFamily="18" charset="0"/>
              <a:ea typeface="Cambria" panose="02040503050406030204" pitchFamily="18" charset="0"/>
            </a:endParaRPr>
          </a:p>
        </p:txBody>
      </p:sp>
      <p:sp>
        <p:nvSpPr>
          <p:cNvPr id="3" name="Text Placeholder 2"/>
          <p:cNvSpPr>
            <a:spLocks noGrp="1"/>
          </p:cNvSpPr>
          <p:nvPr>
            <p:ph type="body" sz="quarter" idx="10"/>
          </p:nvPr>
        </p:nvSpPr>
        <p:spPr>
          <a:xfrm>
            <a:off x="1594548" y="5359748"/>
            <a:ext cx="9002904" cy="785656"/>
          </a:xfrm>
        </p:spPr>
        <p:txBody>
          <a:bodyPr vert="horz" lIns="91440" tIns="45720" rIns="91440" bIns="45720" rtlCol="0" anchor="t">
            <a:normAutofit/>
          </a:bodyPr>
          <a:lstStyle/>
          <a:p>
            <a:pPr>
              <a:lnSpc>
                <a:spcPct val="90000"/>
              </a:lnSpc>
              <a:spcBef>
                <a:spcPct val="20000"/>
              </a:spcBef>
              <a:spcAft>
                <a:spcPts val="600"/>
              </a:spcAft>
            </a:pPr>
            <a:r>
              <a:rPr lang="en-US" altLang="en-US" sz="2000" dirty="0">
                <a:solidFill>
                  <a:schemeClr val="tx1"/>
                </a:solidFill>
                <a:latin typeface="Cambria" panose="02040503050406030204" pitchFamily="18" charset="0"/>
                <a:ea typeface="Cambria" panose="02040503050406030204" pitchFamily="18" charset="0"/>
              </a:rPr>
              <a:t>The biggest challenge facing relationships and organizations is </a:t>
            </a:r>
            <a:r>
              <a:rPr lang="en-US" altLang="en-US" sz="2000" u="sng" dirty="0">
                <a:solidFill>
                  <a:schemeClr val="tx1"/>
                </a:solidFill>
                <a:latin typeface="Cambria" panose="02040503050406030204" pitchFamily="18" charset="0"/>
                <a:ea typeface="Cambria" panose="02040503050406030204" pitchFamily="18" charset="0"/>
              </a:rPr>
              <a:t>communication</a:t>
            </a:r>
            <a:r>
              <a:rPr lang="en-US" altLang="en-US" sz="2000" dirty="0">
                <a:solidFill>
                  <a:schemeClr val="tx1"/>
                </a:solidFill>
                <a:latin typeface="Cambria" panose="02040503050406030204" pitchFamily="18" charset="0"/>
                <a:ea typeface="Cambria" panose="02040503050406030204" pitchFamily="18" charset="0"/>
              </a:rPr>
              <a:t>.</a:t>
            </a:r>
          </a:p>
        </p:txBody>
      </p:sp>
      <p:pic>
        <p:nvPicPr>
          <p:cNvPr id="7" name="Picture 6" descr="Colorful carved figures of humans">
            <a:extLst>
              <a:ext uri="{FF2B5EF4-FFF2-40B4-BE49-F238E27FC236}">
                <a16:creationId xmlns:a16="http://schemas.microsoft.com/office/drawing/2014/main" id="{C36D5C89-E918-9237-BAD7-33F79948B6AC}"/>
              </a:ext>
            </a:extLst>
          </p:cNvPr>
          <p:cNvPicPr>
            <a:picLocks noChangeAspect="1"/>
          </p:cNvPicPr>
          <p:nvPr/>
        </p:nvPicPr>
        <p:blipFill>
          <a:blip r:embed="rId3"/>
          <a:srcRect l="18475" r="18242" b="-1"/>
          <a:stretch/>
        </p:blipFill>
        <p:spPr>
          <a:xfrm>
            <a:off x="7836678" y="10"/>
            <a:ext cx="4355321" cy="4903684"/>
          </a:xfrm>
          <a:prstGeom prst="rect">
            <a:avLst/>
          </a:prstGeom>
        </p:spPr>
      </p:pic>
      <p:sp>
        <p:nvSpPr>
          <p:cNvPr id="5" name="Slide Number Placeholder 5"/>
          <p:cNvSpPr txBox="1">
            <a:spLocks/>
          </p:cNvSpPr>
          <p:nvPr/>
        </p:nvSpPr>
        <p:spPr>
          <a:xfrm>
            <a:off x="9936480" y="6442360"/>
            <a:ext cx="2133600" cy="27384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0C194C6F-EF48-3142-BA79-7C47E9616D5D}" type="slidenum">
              <a:rPr lang="en-US" smtClean="0">
                <a:solidFill>
                  <a:srgbClr val="FFFFFF"/>
                </a:solidFill>
                <a:latin typeface="Cambria" panose="02040503050406030204" pitchFamily="18" charset="0"/>
                <a:ea typeface="Cambria" panose="02040503050406030204" pitchFamily="18" charset="0"/>
              </a:rPr>
              <a:pPr>
                <a:spcAft>
                  <a:spcPts val="600"/>
                </a:spcAft>
              </a:pPr>
              <a:t>18</a:t>
            </a:fld>
            <a:endParaRPr lang="en-US">
              <a:solidFill>
                <a:srgbClr val="FFFF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55457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nodeType="clickEffect">
                                  <p:stCondLst>
                                    <p:cond delay="0"/>
                                  </p:stCondLst>
                                  <p:childTnLst>
                                    <p:animRot by="120000">
                                      <p:cBhvr>
                                        <p:cTn id="11" dur="100" fill="hold">
                                          <p:stCondLst>
                                            <p:cond delay="0"/>
                                          </p:stCondLst>
                                        </p:cTn>
                                        <p:tgtEl>
                                          <p:spTgt spid="7"/>
                                        </p:tgtEl>
                                        <p:attrNameLst>
                                          <p:attrName>r</p:attrName>
                                        </p:attrNameLst>
                                      </p:cBhvr>
                                    </p:animRot>
                                    <p:animRot by="-240000">
                                      <p:cBhvr>
                                        <p:cTn id="12" dur="200" fill="hold">
                                          <p:stCondLst>
                                            <p:cond delay="200"/>
                                          </p:stCondLst>
                                        </p:cTn>
                                        <p:tgtEl>
                                          <p:spTgt spid="7"/>
                                        </p:tgtEl>
                                        <p:attrNameLst>
                                          <p:attrName>r</p:attrName>
                                        </p:attrNameLst>
                                      </p:cBhvr>
                                    </p:animRot>
                                    <p:animRot by="240000">
                                      <p:cBhvr>
                                        <p:cTn id="13" dur="200" fill="hold">
                                          <p:stCondLst>
                                            <p:cond delay="400"/>
                                          </p:stCondLst>
                                        </p:cTn>
                                        <p:tgtEl>
                                          <p:spTgt spid="7"/>
                                        </p:tgtEl>
                                        <p:attrNameLst>
                                          <p:attrName>r</p:attrName>
                                        </p:attrNameLst>
                                      </p:cBhvr>
                                    </p:animRot>
                                    <p:animRot by="-240000">
                                      <p:cBhvr>
                                        <p:cTn id="14" dur="200" fill="hold">
                                          <p:stCondLst>
                                            <p:cond delay="600"/>
                                          </p:stCondLst>
                                        </p:cTn>
                                        <p:tgtEl>
                                          <p:spTgt spid="7"/>
                                        </p:tgtEl>
                                        <p:attrNameLst>
                                          <p:attrName>r</p:attrName>
                                        </p:attrNameLst>
                                      </p:cBhvr>
                                    </p:animRot>
                                    <p:animRot by="120000">
                                      <p:cBhvr>
                                        <p:cTn id="15" dur="200" fill="hold">
                                          <p:stCondLst>
                                            <p:cond delay="80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 name="Picture 3" descr="A red heart and a stethoscope&#10;&#10;Description automatically generated"/>
          <p:cNvPicPr>
            <a:picLocks noChangeAspect="1"/>
          </p:cNvPicPr>
          <p:nvPr/>
        </p:nvPicPr>
        <p:blipFill rotWithShape="1">
          <a:blip r:embed="rId3" cstate="screen">
            <a:extLst>
              <a:ext uri="{28A0092B-C50C-407E-A947-70E740481C1C}">
                <a14:useLocalDpi xmlns:a14="http://schemas.microsoft.com/office/drawing/2010/main"/>
              </a:ext>
            </a:extLst>
          </a:blip>
          <a:srcRect t="19577" r="9091" b="13796"/>
          <a:stretch/>
        </p:blipFill>
        <p:spPr>
          <a:xfrm>
            <a:off x="20" y="10"/>
            <a:ext cx="12191980" cy="6857989"/>
          </a:xfrm>
          <a:prstGeom prst="rect">
            <a:avLst/>
          </a:prstGeom>
        </p:spPr>
      </p:pic>
      <p:sp>
        <p:nvSpPr>
          <p:cNvPr id="11" name="Freeform 9">
            <a:extLst>
              <a:ext uri="{FF2B5EF4-FFF2-40B4-BE49-F238E27FC236}">
                <a16:creationId xmlns:a16="http://schemas.microsoft.com/office/drawing/2014/main" id="{72319FFA-0E4F-4E0B-BEBA-A9DD4B41A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0000" y="447188"/>
            <a:ext cx="4930400" cy="819550"/>
          </a:xfrm>
        </p:spPr>
        <p:txBody>
          <a:bodyPr vert="horz" lIns="91440" tIns="45720" rIns="91440" bIns="45720" rtlCol="0" anchor="b">
            <a:normAutofit/>
          </a:bodyPr>
          <a:lstStyle/>
          <a:p>
            <a:pPr algn="ctr"/>
            <a:r>
              <a:rPr lang="en-US" altLang="en-US" sz="3200" dirty="0">
                <a:solidFill>
                  <a:srgbClr val="FEFEFE"/>
                </a:solidFill>
                <a:latin typeface="Cambria" panose="02040503050406030204" pitchFamily="18" charset="0"/>
                <a:ea typeface="Cambria" panose="02040503050406030204" pitchFamily="18" charset="0"/>
              </a:rPr>
              <a:t>Their Perception of Care</a:t>
            </a:r>
            <a:endParaRPr lang="en-US" sz="3200" dirty="0">
              <a:solidFill>
                <a:srgbClr val="FEFEFE"/>
              </a:solidFill>
              <a:latin typeface="Cambria" panose="02040503050406030204" pitchFamily="18" charset="0"/>
              <a:ea typeface="Cambria" panose="02040503050406030204" pitchFamily="18" charset="0"/>
            </a:endParaRPr>
          </a:p>
        </p:txBody>
      </p:sp>
      <p:sp>
        <p:nvSpPr>
          <p:cNvPr id="3" name="Text Placeholder 2"/>
          <p:cNvSpPr>
            <a:spLocks noGrp="1"/>
          </p:cNvSpPr>
          <p:nvPr>
            <p:ph type="body" sz="quarter" idx="10"/>
          </p:nvPr>
        </p:nvSpPr>
        <p:spPr>
          <a:xfrm>
            <a:off x="1" y="1713916"/>
            <a:ext cx="5740400" cy="3632200"/>
          </a:xfrm>
        </p:spPr>
        <p:txBody>
          <a:bodyPr vert="horz" lIns="91440" tIns="45720" rIns="91440" bIns="45720" rtlCol="0" anchor="ctr">
            <a:noAutofit/>
          </a:bodyPr>
          <a:lstStyle/>
          <a:p>
            <a:pPr marL="342900" indent="-342900">
              <a:lnSpc>
                <a:spcPct val="90000"/>
              </a:lnSpc>
              <a:spcBef>
                <a:spcPct val="20000"/>
              </a:spcBef>
              <a:spcAft>
                <a:spcPts val="600"/>
              </a:spcAft>
              <a:buFont typeface="Wingdings 2" charset="2"/>
              <a:buChar char=""/>
            </a:pPr>
            <a:r>
              <a:rPr lang="en-US" altLang="en-US" sz="2000" b="1" dirty="0">
                <a:solidFill>
                  <a:schemeClr val="tx1"/>
                </a:solidFill>
                <a:latin typeface="Cambria" panose="02040503050406030204" pitchFamily="18" charset="0"/>
                <a:ea typeface="Cambria" panose="02040503050406030204" pitchFamily="18" charset="0"/>
              </a:rPr>
              <a:t>Impacts the reputation of the hospital with: </a:t>
            </a:r>
          </a:p>
          <a:p>
            <a:pPr marL="800078" lvl="1" indent="-342900">
              <a:lnSpc>
                <a:spcPct val="90000"/>
              </a:lnSpc>
              <a:buFont typeface="Wingdings 2" charset="2"/>
              <a:buChar char=""/>
            </a:pPr>
            <a:r>
              <a:rPr lang="en-US" altLang="en-US" sz="2000" dirty="0">
                <a:latin typeface="Cambria" panose="02040503050406030204" pitchFamily="18" charset="0"/>
                <a:ea typeface="Cambria" panose="02040503050406030204" pitchFamily="18" charset="0"/>
              </a:rPr>
              <a:t>Providers</a:t>
            </a:r>
          </a:p>
          <a:p>
            <a:pPr marL="800078" lvl="1" indent="-342900">
              <a:lnSpc>
                <a:spcPct val="90000"/>
              </a:lnSpc>
              <a:buFont typeface="Wingdings 2" charset="2"/>
              <a:buChar char=""/>
            </a:pPr>
            <a:r>
              <a:rPr lang="en-US" altLang="en-US" sz="2000" dirty="0">
                <a:latin typeface="Cambria" panose="02040503050406030204" pitchFamily="18" charset="0"/>
                <a:ea typeface="Cambria" panose="02040503050406030204" pitchFamily="18" charset="0"/>
              </a:rPr>
              <a:t>Professional referral sources</a:t>
            </a:r>
          </a:p>
          <a:p>
            <a:pPr marL="800078" lvl="1" indent="-342900">
              <a:lnSpc>
                <a:spcPct val="90000"/>
              </a:lnSpc>
              <a:buFont typeface="Wingdings 2" charset="2"/>
              <a:buChar char=""/>
            </a:pPr>
            <a:r>
              <a:rPr lang="en-US" altLang="en-US" sz="2000" dirty="0">
                <a:latin typeface="Cambria" panose="02040503050406030204" pitchFamily="18" charset="0"/>
                <a:ea typeface="Cambria" panose="02040503050406030204" pitchFamily="18" charset="0"/>
              </a:rPr>
              <a:t>Community at large </a:t>
            </a:r>
          </a:p>
          <a:p>
            <a:pPr marL="342900" indent="-342900">
              <a:lnSpc>
                <a:spcPct val="90000"/>
              </a:lnSpc>
              <a:spcBef>
                <a:spcPct val="20000"/>
              </a:spcBef>
              <a:spcAft>
                <a:spcPts val="600"/>
              </a:spcAft>
              <a:buFont typeface="Wingdings 2" charset="2"/>
              <a:buChar char=""/>
            </a:pPr>
            <a:r>
              <a:rPr lang="en-US" altLang="en-US" sz="2000" b="1" dirty="0">
                <a:solidFill>
                  <a:schemeClr val="tx1"/>
                </a:solidFill>
                <a:latin typeface="Cambria" panose="02040503050406030204" pitchFamily="18" charset="0"/>
                <a:ea typeface="Cambria" panose="02040503050406030204" pitchFamily="18" charset="0"/>
              </a:rPr>
              <a:t>Impacts the hospital team by:</a:t>
            </a:r>
          </a:p>
          <a:p>
            <a:pPr marL="800078" lvl="1" indent="-342900">
              <a:lnSpc>
                <a:spcPct val="90000"/>
              </a:lnSpc>
              <a:buFont typeface="Wingdings 2" charset="2"/>
              <a:buChar char=""/>
            </a:pPr>
            <a:r>
              <a:rPr lang="en-US" altLang="en-US" sz="2000" dirty="0">
                <a:latin typeface="Cambria" panose="02040503050406030204" pitchFamily="18" charset="0"/>
                <a:ea typeface="Cambria" panose="02040503050406030204" pitchFamily="18" charset="0"/>
              </a:rPr>
              <a:t>Decreasing patient and family anxiety</a:t>
            </a:r>
          </a:p>
          <a:p>
            <a:pPr marL="800078" lvl="1" indent="-342900">
              <a:lnSpc>
                <a:spcPct val="90000"/>
              </a:lnSpc>
              <a:buFont typeface="Wingdings 2" charset="2"/>
              <a:buChar char=""/>
            </a:pPr>
            <a:r>
              <a:rPr lang="en-US" altLang="en-US" sz="2000" dirty="0">
                <a:latin typeface="Cambria" panose="02040503050406030204" pitchFamily="18" charset="0"/>
                <a:ea typeface="Cambria" panose="02040503050406030204" pitchFamily="18" charset="0"/>
              </a:rPr>
              <a:t>Reducing complaints and grievances</a:t>
            </a:r>
          </a:p>
          <a:p>
            <a:pPr marL="800078" lvl="1" indent="-342900">
              <a:lnSpc>
                <a:spcPct val="90000"/>
              </a:lnSpc>
              <a:buFont typeface="Wingdings 2" charset="2"/>
              <a:buChar char=""/>
            </a:pPr>
            <a:r>
              <a:rPr lang="en-US" altLang="en-US" sz="2000" dirty="0">
                <a:latin typeface="Cambria" panose="02040503050406030204" pitchFamily="18" charset="0"/>
                <a:ea typeface="Cambria" panose="02040503050406030204" pitchFamily="18" charset="0"/>
              </a:rPr>
              <a:t>Increasing revenue</a:t>
            </a:r>
          </a:p>
        </p:txBody>
      </p:sp>
    </p:spTree>
    <p:extLst>
      <p:ext uri="{BB962C8B-B14F-4D97-AF65-F5344CB8AC3E}">
        <p14:creationId xmlns:p14="http://schemas.microsoft.com/office/powerpoint/2010/main" val="33680641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796" y="207408"/>
            <a:ext cx="11398407" cy="970526"/>
          </a:xfrm>
        </p:spPr>
        <p:txBody>
          <a:bodyPr/>
          <a:lstStyle/>
          <a:p>
            <a:pPr algn="ctr"/>
            <a:r>
              <a:rPr lang="en-US" altLang="en-US" dirty="0">
                <a:solidFill>
                  <a:schemeClr val="tx1"/>
                </a:solidFill>
                <a:latin typeface="Cambria" panose="02040503050406030204" pitchFamily="18" charset="0"/>
                <a:ea typeface="Cambria" panose="02040503050406030204" pitchFamily="18" charset="0"/>
              </a:rPr>
              <a:t>How is it measured?</a:t>
            </a:r>
            <a:endParaRPr lang="en-US" dirty="0">
              <a:solidFill>
                <a:schemeClr val="tx1"/>
              </a:solidFill>
              <a:latin typeface="Cambria" panose="02040503050406030204" pitchFamily="18" charset="0"/>
              <a:ea typeface="Cambria" panose="02040503050406030204" pitchFamily="18" charset="0"/>
            </a:endParaRPr>
          </a:p>
        </p:txBody>
      </p:sp>
      <p:sp>
        <p:nvSpPr>
          <p:cNvPr id="4" name="TextBox 3"/>
          <p:cNvSpPr txBox="1"/>
          <p:nvPr/>
        </p:nvSpPr>
        <p:spPr>
          <a:xfrm>
            <a:off x="3508025" y="6265050"/>
            <a:ext cx="5969700" cy="461665"/>
          </a:xfrm>
          <a:prstGeom prst="rect">
            <a:avLst/>
          </a:prstGeom>
          <a:noFill/>
        </p:spPr>
        <p:txBody>
          <a:bodyPr wrap="square" rtlCol="0">
            <a:spAutoFit/>
          </a:bodyPr>
          <a:lstStyle/>
          <a:p>
            <a:r>
              <a:rPr lang="en-US" sz="2400" b="1" dirty="0">
                <a:solidFill>
                  <a:srgbClr val="800000"/>
                </a:solidFill>
                <a:latin typeface="Cambria" panose="02040503050406030204" pitchFamily="18" charset="0"/>
                <a:ea typeface="Cambria" panose="02040503050406030204" pitchFamily="18" charset="0"/>
                <a:cs typeface="Arial"/>
              </a:rPr>
              <a:t>www.HospitalCompare.HHS.gov</a:t>
            </a:r>
          </a:p>
        </p:txBody>
      </p:sp>
      <p:graphicFrame>
        <p:nvGraphicFramePr>
          <p:cNvPr id="10" name="Text Placeholder 2">
            <a:extLst>
              <a:ext uri="{FF2B5EF4-FFF2-40B4-BE49-F238E27FC236}">
                <a16:creationId xmlns:a16="http://schemas.microsoft.com/office/drawing/2014/main" id="{8450CB46-C756-B0E4-9EE1-68F295764707}"/>
              </a:ext>
            </a:extLst>
          </p:cNvPr>
          <p:cNvGraphicFramePr/>
          <p:nvPr>
            <p:extLst>
              <p:ext uri="{D42A27DB-BD31-4B8C-83A1-F6EECF244321}">
                <p14:modId xmlns:p14="http://schemas.microsoft.com/office/powerpoint/2010/main" val="1844868831"/>
              </p:ext>
            </p:extLst>
          </p:nvPr>
        </p:nvGraphicFramePr>
        <p:xfrm>
          <a:off x="793750" y="1278410"/>
          <a:ext cx="11398249" cy="4659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50526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447188"/>
            <a:ext cx="10571998" cy="970450"/>
          </a:xfrm>
        </p:spPr>
        <p:txBody>
          <a:bodyPr vert="horz" lIns="91440" tIns="45720" rIns="91440" bIns="45720" rtlCol="0" anchor="b">
            <a:normAutofit/>
          </a:bodyPr>
          <a:lstStyle/>
          <a:p>
            <a:r>
              <a:rPr lang="en-US" altLang="en-US" sz="4000">
                <a:solidFill>
                  <a:srgbClr val="FEFEFE"/>
                </a:solidFill>
                <a:latin typeface="Cambria" panose="02040503050406030204" pitchFamily="18" charset="0"/>
                <a:ea typeface="Cambria" panose="02040503050406030204" pitchFamily="18" charset="0"/>
              </a:rPr>
              <a:t>The Patient’s Perception</a:t>
            </a:r>
            <a:endParaRPr lang="en-US" sz="4000">
              <a:solidFill>
                <a:srgbClr val="FEFEFE"/>
              </a:solidFill>
              <a:latin typeface="Cambria" panose="02040503050406030204" pitchFamily="18" charset="0"/>
              <a:ea typeface="Cambria" panose="02040503050406030204" pitchFamily="18" charset="0"/>
            </a:endParaRPr>
          </a:p>
        </p:txBody>
      </p:sp>
      <p:graphicFrame>
        <p:nvGraphicFramePr>
          <p:cNvPr id="7" name="Text Placeholder 2">
            <a:extLst>
              <a:ext uri="{FF2B5EF4-FFF2-40B4-BE49-F238E27FC236}">
                <a16:creationId xmlns:a16="http://schemas.microsoft.com/office/drawing/2014/main" id="{5DEB77A8-C7E5-A9FF-65C0-45191DF492F6}"/>
              </a:ext>
            </a:extLst>
          </p:cNvPr>
          <p:cNvGraphicFramePr/>
          <p:nvPr>
            <p:extLst>
              <p:ext uri="{D42A27DB-BD31-4B8C-83A1-F6EECF244321}">
                <p14:modId xmlns:p14="http://schemas.microsoft.com/office/powerpoint/2010/main" val="2642850306"/>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983327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1" name="Rectangle 10">
            <a:extLst>
              <a:ext uri="{FF2B5EF4-FFF2-40B4-BE49-F238E27FC236}">
                <a16:creationId xmlns:a16="http://schemas.microsoft.com/office/drawing/2014/main" id="{A3322B77-FA16-4D4E-BAA6-811C61DB3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A6EF34F-3BAD-4CD8-B05E-03BA773AE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50631" y="1050634"/>
            <a:ext cx="6857997" cy="4756735"/>
          </a:xfrm>
          <a:custGeom>
            <a:avLst/>
            <a:gdLst>
              <a:gd name="connsiteX0" fmla="*/ 6857997 w 6857997"/>
              <a:gd name="connsiteY0" fmla="*/ 0 h 4756735"/>
              <a:gd name="connsiteX1" fmla="*/ 6857997 w 6857997"/>
              <a:gd name="connsiteY1" fmla="*/ 4458285 h 4756735"/>
              <a:gd name="connsiteX2" fmla="*/ 4861980 w 6857997"/>
              <a:gd name="connsiteY2" fmla="*/ 4458285 h 4756735"/>
              <a:gd name="connsiteX3" fmla="*/ 4480980 w 6857997"/>
              <a:gd name="connsiteY3" fmla="*/ 4744036 h 4756735"/>
              <a:gd name="connsiteX4" fmla="*/ 4472514 w 6857997"/>
              <a:gd name="connsiteY4" fmla="*/ 4747210 h 4756735"/>
              <a:gd name="connsiteX5" fmla="*/ 4459814 w 6857997"/>
              <a:gd name="connsiteY5" fmla="*/ 4751973 h 4756735"/>
              <a:gd name="connsiteX6" fmla="*/ 4447114 w 6857997"/>
              <a:gd name="connsiteY6" fmla="*/ 4756735 h 4756735"/>
              <a:gd name="connsiteX7" fmla="*/ 4436530 w 6857997"/>
              <a:gd name="connsiteY7" fmla="*/ 4756735 h 4756735"/>
              <a:gd name="connsiteX8" fmla="*/ 4423830 w 6857997"/>
              <a:gd name="connsiteY8" fmla="*/ 4756735 h 4756735"/>
              <a:gd name="connsiteX9" fmla="*/ 4413247 w 6857997"/>
              <a:gd name="connsiteY9" fmla="*/ 4751973 h 4756735"/>
              <a:gd name="connsiteX10" fmla="*/ 4400547 w 6857997"/>
              <a:gd name="connsiteY10" fmla="*/ 4747210 h 4756735"/>
              <a:gd name="connsiteX11" fmla="*/ 4392080 w 6857997"/>
              <a:gd name="connsiteY11" fmla="*/ 4744036 h 4756735"/>
              <a:gd name="connsiteX12" fmla="*/ 4011080 w 6857997"/>
              <a:gd name="connsiteY12" fmla="*/ 4458285 h 4756735"/>
              <a:gd name="connsiteX13" fmla="*/ 0 w 6857997"/>
              <a:gd name="connsiteY13" fmla="*/ 4458285 h 4756735"/>
              <a:gd name="connsiteX14" fmla="*/ 1 w 6857997"/>
              <a:gd name="connsiteY14" fmla="*/ 0 h 475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7997" h="4756735">
                <a:moveTo>
                  <a:pt x="6857997" y="0"/>
                </a:moveTo>
                <a:lnTo>
                  <a:pt x="6857997" y="4458285"/>
                </a:lnTo>
                <a:lnTo>
                  <a:pt x="4861980" y="4458285"/>
                </a:lnTo>
                <a:lnTo>
                  <a:pt x="4480980" y="4744036"/>
                </a:lnTo>
                <a:lnTo>
                  <a:pt x="4472514" y="4747210"/>
                </a:lnTo>
                <a:lnTo>
                  <a:pt x="4459814" y="4751973"/>
                </a:lnTo>
                <a:lnTo>
                  <a:pt x="4447114" y="4756735"/>
                </a:lnTo>
                <a:lnTo>
                  <a:pt x="4436530" y="4756735"/>
                </a:lnTo>
                <a:lnTo>
                  <a:pt x="4423830" y="4756735"/>
                </a:lnTo>
                <a:lnTo>
                  <a:pt x="4413247" y="4751973"/>
                </a:lnTo>
                <a:lnTo>
                  <a:pt x="4400547" y="4747210"/>
                </a:lnTo>
                <a:lnTo>
                  <a:pt x="4392080" y="4744036"/>
                </a:lnTo>
                <a:lnTo>
                  <a:pt x="4011080" y="4458285"/>
                </a:lnTo>
                <a:lnTo>
                  <a:pt x="0" y="4458285"/>
                </a:lnTo>
                <a:lnTo>
                  <a:pt x="1" y="0"/>
                </a:lnTo>
                <a:close/>
              </a:path>
            </a:pathLst>
          </a:custGeom>
          <a:solidFill>
            <a:schemeClr val="accent1"/>
          </a:solidFill>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641754" y="1918252"/>
            <a:ext cx="3365439" cy="3997635"/>
          </a:xfrm>
        </p:spPr>
        <p:txBody>
          <a:bodyPr vert="horz" lIns="91440" tIns="45720" rIns="91440" bIns="45720" rtlCol="0" anchor="t">
            <a:normAutofit/>
          </a:bodyPr>
          <a:lstStyle/>
          <a:p>
            <a:r>
              <a:rPr lang="en-US" altLang="en-US" sz="4400">
                <a:solidFill>
                  <a:srgbClr val="FEFEFE"/>
                </a:solidFill>
                <a:latin typeface="Cambria" panose="02040503050406030204" pitchFamily="18" charset="0"/>
                <a:ea typeface="Cambria" panose="02040503050406030204" pitchFamily="18" charset="0"/>
              </a:rPr>
              <a:t>Service Excellence Culture</a:t>
            </a:r>
            <a:endParaRPr lang="en-US" sz="4400">
              <a:solidFill>
                <a:srgbClr val="FEFEFE"/>
              </a:solidFill>
              <a:latin typeface="Cambria" panose="02040503050406030204" pitchFamily="18" charset="0"/>
              <a:ea typeface="Cambria" panose="02040503050406030204" pitchFamily="18" charset="0"/>
            </a:endParaRPr>
          </a:p>
        </p:txBody>
      </p:sp>
      <p:graphicFrame>
        <p:nvGraphicFramePr>
          <p:cNvPr id="14" name="Text Placeholder 2">
            <a:extLst>
              <a:ext uri="{FF2B5EF4-FFF2-40B4-BE49-F238E27FC236}">
                <a16:creationId xmlns:a16="http://schemas.microsoft.com/office/drawing/2014/main" id="{728FAD06-A7C2-C3EC-B16E-0791609B28C1}"/>
              </a:ext>
            </a:extLst>
          </p:cNvPr>
          <p:cNvGraphicFramePr/>
          <p:nvPr>
            <p:extLst>
              <p:ext uri="{D42A27DB-BD31-4B8C-83A1-F6EECF244321}">
                <p14:modId xmlns:p14="http://schemas.microsoft.com/office/powerpoint/2010/main" val="266487006"/>
              </p:ext>
            </p:extLst>
          </p:nvPr>
        </p:nvGraphicFramePr>
        <p:xfrm>
          <a:off x="5556250" y="1262063"/>
          <a:ext cx="5816600" cy="4327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22136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heel(1)">
                                      <p:cBhvr>
                                        <p:cTn id="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E446B7E6-8568-417F-959E-DB3D1E7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54047A07-72EC-41BC-A55F-C264F639FB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rotWithShape="1">
          <a:blip r:embed="rId3" cstate="screen">
            <a:alphaModFix amt="40000"/>
            <a:extLst>
              <a:ext uri="{28A0092B-C50C-407E-A947-70E740481C1C}">
                <a14:useLocalDpi xmlns:a14="http://schemas.microsoft.com/office/drawing/2010/main"/>
              </a:ext>
            </a:extLst>
          </a:blip>
          <a:srcRect t="17582"/>
          <a:stretch/>
        </p:blipFill>
        <p:spPr>
          <a:xfrm>
            <a:off x="20" y="10"/>
            <a:ext cx="12191980" cy="6857990"/>
          </a:xfrm>
          <a:prstGeom prst="rect">
            <a:avLst/>
          </a:prstGeom>
        </p:spPr>
      </p:pic>
      <p:sp>
        <p:nvSpPr>
          <p:cNvPr id="2" name="Title 1"/>
          <p:cNvSpPr>
            <a:spLocks noGrp="1"/>
          </p:cNvSpPr>
          <p:nvPr>
            <p:ph type="title"/>
          </p:nvPr>
        </p:nvSpPr>
        <p:spPr>
          <a:xfrm>
            <a:off x="810001" y="1449147"/>
            <a:ext cx="10572000" cy="2367479"/>
          </a:xfrm>
        </p:spPr>
        <p:txBody>
          <a:bodyPr vert="horz" lIns="91440" tIns="45720" rIns="91440" bIns="45720" rtlCol="0" anchor="b">
            <a:normAutofit/>
          </a:bodyPr>
          <a:lstStyle/>
          <a:p>
            <a:pPr algn="ctr"/>
            <a:r>
              <a:rPr lang="en-US" altLang="en-US" sz="5400" dirty="0">
                <a:solidFill>
                  <a:srgbClr val="FEFEFE"/>
                </a:solidFill>
                <a:latin typeface="Cambria" panose="02040503050406030204" pitchFamily="18" charset="0"/>
                <a:ea typeface="Cambria" panose="02040503050406030204" pitchFamily="18" charset="0"/>
              </a:rPr>
              <a:t>Service Excellence </a:t>
            </a:r>
            <a:br>
              <a:rPr lang="en-US" altLang="en-US" sz="5400" dirty="0">
                <a:solidFill>
                  <a:srgbClr val="FEFEFE"/>
                </a:solidFill>
                <a:latin typeface="Cambria" panose="02040503050406030204" pitchFamily="18" charset="0"/>
                <a:ea typeface="Cambria" panose="02040503050406030204" pitchFamily="18" charset="0"/>
              </a:rPr>
            </a:br>
            <a:r>
              <a:rPr lang="en-US" altLang="en-US" sz="5400" dirty="0">
                <a:solidFill>
                  <a:srgbClr val="FEFEFE"/>
                </a:solidFill>
                <a:latin typeface="Cambria" panose="02040503050406030204" pitchFamily="18" charset="0"/>
                <a:ea typeface="Cambria" panose="02040503050406030204" pitchFamily="18" charset="0"/>
              </a:rPr>
              <a:t>in Your Role</a:t>
            </a:r>
            <a:endParaRPr lang="en-US" sz="5400" dirty="0">
              <a:solidFill>
                <a:srgbClr val="FEFEFE"/>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061751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810000" y="447188"/>
            <a:ext cx="10571998" cy="970450"/>
          </a:xfrm>
        </p:spPr>
        <p:txBody>
          <a:bodyPr vert="horz" lIns="91440" tIns="45720" rIns="91440" bIns="45720" rtlCol="0" anchor="b">
            <a:normAutofit/>
          </a:bodyPr>
          <a:lstStyle/>
          <a:p>
            <a:r>
              <a:rPr lang="en-US" altLang="en-US" sz="4000">
                <a:solidFill>
                  <a:srgbClr val="FEFEFE"/>
                </a:solidFill>
                <a:latin typeface="Cambria" panose="02040503050406030204" pitchFamily="18" charset="0"/>
                <a:ea typeface="Cambria" panose="02040503050406030204" pitchFamily="18" charset="0"/>
              </a:rPr>
              <a:t>Treat Everyone as a Guest</a:t>
            </a:r>
            <a:endParaRPr lang="en-US" sz="4000">
              <a:solidFill>
                <a:srgbClr val="FEFEFE"/>
              </a:solidFill>
              <a:latin typeface="Cambria" panose="02040503050406030204" pitchFamily="18" charset="0"/>
              <a:ea typeface="Cambria" panose="02040503050406030204" pitchFamily="18" charset="0"/>
            </a:endParaRPr>
          </a:p>
        </p:txBody>
      </p:sp>
      <p:sp>
        <p:nvSpPr>
          <p:cNvPr id="3" name="Text Placeholder 2"/>
          <p:cNvSpPr>
            <a:spLocks noGrp="1"/>
          </p:cNvSpPr>
          <p:nvPr>
            <p:ph type="body" sz="quarter" idx="10"/>
          </p:nvPr>
        </p:nvSpPr>
        <p:spPr>
          <a:xfrm>
            <a:off x="427839" y="2413000"/>
            <a:ext cx="4674248" cy="3632200"/>
          </a:xfrm>
        </p:spPr>
        <p:txBody>
          <a:bodyPr vert="horz" lIns="91440" tIns="45720" rIns="91440" bIns="45720" rtlCol="0" anchor="ctr">
            <a:normAutofit/>
          </a:bodyPr>
          <a:lstStyle/>
          <a:p>
            <a:pPr>
              <a:spcBef>
                <a:spcPct val="20000"/>
              </a:spcBef>
              <a:spcAft>
                <a:spcPts val="600"/>
              </a:spcAft>
            </a:pPr>
            <a:r>
              <a:rPr lang="en-US" altLang="en-US" sz="1600" b="1" dirty="0">
                <a:solidFill>
                  <a:schemeClr val="tx1"/>
                </a:solidFill>
                <a:latin typeface="Cambria" panose="02040503050406030204" pitchFamily="18" charset="0"/>
                <a:ea typeface="Cambria" panose="02040503050406030204" pitchFamily="18" charset="0"/>
              </a:rPr>
              <a:t>Behaviors</a:t>
            </a:r>
          </a:p>
          <a:p>
            <a:pPr marL="342900" indent="-342900">
              <a:spcBef>
                <a:spcPct val="20000"/>
              </a:spcBef>
              <a:spcAft>
                <a:spcPts val="600"/>
              </a:spcAft>
              <a:buFont typeface="Wingdings 2" charset="2"/>
              <a:buChar char=""/>
            </a:pPr>
            <a:r>
              <a:rPr lang="en-US" altLang="en-US" sz="1600" dirty="0">
                <a:solidFill>
                  <a:schemeClr val="tx1"/>
                </a:solidFill>
                <a:latin typeface="Cambria" panose="02040503050406030204" pitchFamily="18" charset="0"/>
                <a:ea typeface="Cambria" panose="02040503050406030204" pitchFamily="18" charset="0"/>
              </a:rPr>
              <a:t>I will always say </a:t>
            </a:r>
            <a:r>
              <a:rPr lang="en-US" altLang="en-US" sz="1600" b="1" dirty="0">
                <a:solidFill>
                  <a:schemeClr val="tx1"/>
                </a:solidFill>
                <a:latin typeface="Cambria" panose="02040503050406030204" pitchFamily="18" charset="0"/>
                <a:ea typeface="Cambria" panose="02040503050406030204" pitchFamily="18" charset="0"/>
              </a:rPr>
              <a:t>“Please” and “Thank You</a:t>
            </a:r>
            <a:r>
              <a:rPr lang="en-US" altLang="en-US" sz="1600" dirty="0">
                <a:solidFill>
                  <a:schemeClr val="tx1"/>
                </a:solidFill>
                <a:latin typeface="Cambria" panose="02040503050406030204" pitchFamily="18" charset="0"/>
                <a:ea typeface="Cambria" panose="02040503050406030204" pitchFamily="18" charset="0"/>
              </a:rPr>
              <a:t>”</a:t>
            </a:r>
          </a:p>
          <a:p>
            <a:pPr marL="342900" indent="-342900">
              <a:spcBef>
                <a:spcPct val="20000"/>
              </a:spcBef>
              <a:spcAft>
                <a:spcPts val="600"/>
              </a:spcAft>
              <a:buFont typeface="Wingdings 2" charset="2"/>
              <a:buChar char=""/>
            </a:pPr>
            <a:r>
              <a:rPr lang="en-US" altLang="en-US" sz="1600" dirty="0">
                <a:solidFill>
                  <a:schemeClr val="tx1"/>
                </a:solidFill>
                <a:latin typeface="Cambria" panose="02040503050406030204" pitchFamily="18" charset="0"/>
                <a:ea typeface="Cambria" panose="02040503050406030204" pitchFamily="18" charset="0"/>
              </a:rPr>
              <a:t>I will greet EVERYONE with </a:t>
            </a:r>
            <a:r>
              <a:rPr lang="en-US" altLang="en-US" sz="1600" b="1" dirty="0">
                <a:solidFill>
                  <a:schemeClr val="tx1"/>
                </a:solidFill>
                <a:latin typeface="Cambria" panose="02040503050406030204" pitchFamily="18" charset="0"/>
                <a:ea typeface="Cambria" panose="02040503050406030204" pitchFamily="18" charset="0"/>
              </a:rPr>
              <a:t>eye contact and a smile</a:t>
            </a:r>
            <a:endParaRPr lang="en-US" sz="1600" b="1" dirty="0">
              <a:solidFill>
                <a:schemeClr val="tx1"/>
              </a:solidFill>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rotWithShape="1">
          <a:blip r:embed="rId3" cstate="screen">
            <a:extLst>
              <a:ext uri="{28A0092B-C50C-407E-A947-70E740481C1C}">
                <a14:useLocalDpi xmlns:a14="http://schemas.microsoft.com/office/drawing/2010/main"/>
              </a:ext>
            </a:extLst>
          </a:blip>
          <a:stretch/>
        </p:blipFill>
        <p:spPr>
          <a:xfrm>
            <a:off x="5585998" y="2413000"/>
            <a:ext cx="5309054"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39571716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A416E3E5-5186-46A4-AFBD-337387D31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23">
            <a:extLst>
              <a:ext uri="{FF2B5EF4-FFF2-40B4-BE49-F238E27FC236}">
                <a16:creationId xmlns:a16="http://schemas.microsoft.com/office/drawing/2014/main" id="{7B8FAACC-353E-4F84-BA62-A5514185D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164749" y="457201"/>
            <a:ext cx="3575737" cy="1332688"/>
          </a:xfrm>
        </p:spPr>
        <p:txBody>
          <a:bodyPr vert="horz" lIns="91440" tIns="45720" rIns="91440" bIns="45720" rtlCol="0" anchor="b">
            <a:normAutofit/>
          </a:bodyPr>
          <a:lstStyle/>
          <a:p>
            <a:pPr algn="ctr">
              <a:lnSpc>
                <a:spcPct val="90000"/>
              </a:lnSpc>
            </a:pPr>
            <a:r>
              <a:rPr lang="en-US" altLang="en-US" sz="3000">
                <a:solidFill>
                  <a:srgbClr val="FFFFFF"/>
                </a:solidFill>
                <a:latin typeface="Cambria" panose="02040503050406030204" pitchFamily="18" charset="0"/>
                <a:ea typeface="Cambria" panose="02040503050406030204" pitchFamily="18" charset="0"/>
              </a:rPr>
              <a:t>Demonstrate Professionalism </a:t>
            </a:r>
            <a:br>
              <a:rPr lang="en-US" altLang="en-US" sz="3000">
                <a:solidFill>
                  <a:srgbClr val="FFFFFF"/>
                </a:solidFill>
                <a:latin typeface="Cambria" panose="02040503050406030204" pitchFamily="18" charset="0"/>
                <a:ea typeface="Cambria" panose="02040503050406030204" pitchFamily="18" charset="0"/>
              </a:rPr>
            </a:br>
            <a:r>
              <a:rPr lang="en-US" altLang="en-US" sz="3000">
                <a:solidFill>
                  <a:srgbClr val="FFFFFF"/>
                </a:solidFill>
                <a:latin typeface="Cambria" panose="02040503050406030204" pitchFamily="18" charset="0"/>
                <a:ea typeface="Cambria" panose="02040503050406030204" pitchFamily="18" charset="0"/>
              </a:rPr>
              <a:t>and Excellence</a:t>
            </a:r>
            <a:endParaRPr lang="en-US" sz="3000">
              <a:solidFill>
                <a:srgbClr val="FFFFFF"/>
              </a:solidFill>
              <a:latin typeface="Cambria" panose="02040503050406030204" pitchFamily="18" charset="0"/>
              <a:ea typeface="Cambria" panose="02040503050406030204" pitchFamily="18" charset="0"/>
            </a:endParaRPr>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tretch/>
        </p:blipFill>
        <p:spPr>
          <a:xfrm>
            <a:off x="463961" y="1645664"/>
            <a:ext cx="6612856" cy="3207235"/>
          </a:xfrm>
          <a:prstGeom prst="roundRect">
            <a:avLst>
              <a:gd name="adj" fmla="val 3876"/>
            </a:avLst>
          </a:prstGeom>
          <a:ln>
            <a:solidFill>
              <a:schemeClr val="accent1"/>
            </a:solidFill>
          </a:ln>
          <a:effectLst/>
        </p:spPr>
      </p:pic>
      <p:sp>
        <p:nvSpPr>
          <p:cNvPr id="3" name="Text Placeholder 2"/>
          <p:cNvSpPr>
            <a:spLocks noGrp="1"/>
          </p:cNvSpPr>
          <p:nvPr>
            <p:ph type="body" sz="quarter" idx="10"/>
          </p:nvPr>
        </p:nvSpPr>
        <p:spPr>
          <a:xfrm>
            <a:off x="8164749" y="2024743"/>
            <a:ext cx="3575737" cy="4016619"/>
          </a:xfrm>
        </p:spPr>
        <p:txBody>
          <a:bodyPr vert="horz" lIns="91440" tIns="45720" rIns="91440" bIns="45720" rtlCol="0" anchor="ctr">
            <a:normAutofit/>
          </a:bodyPr>
          <a:lstStyle/>
          <a:p>
            <a:pPr>
              <a:spcBef>
                <a:spcPct val="20000"/>
              </a:spcBef>
              <a:spcAft>
                <a:spcPts val="600"/>
              </a:spcAft>
            </a:pPr>
            <a:r>
              <a:rPr lang="en-US" altLang="en-US" sz="1600" b="1" dirty="0">
                <a:solidFill>
                  <a:srgbClr val="FFFFFF"/>
                </a:solidFill>
                <a:latin typeface="Cambria" panose="02040503050406030204" pitchFamily="18" charset="0"/>
                <a:ea typeface="Cambria" panose="02040503050406030204" pitchFamily="18" charset="0"/>
              </a:rPr>
              <a:t>Behaviors</a:t>
            </a:r>
          </a:p>
          <a:p>
            <a:pPr marL="342900" indent="-342900">
              <a:spcBef>
                <a:spcPct val="20000"/>
              </a:spcBef>
              <a:spcAft>
                <a:spcPts val="600"/>
              </a:spcAft>
              <a:buFont typeface="Wingdings 2" charset="2"/>
              <a:buChar char=""/>
            </a:pPr>
            <a:r>
              <a:rPr lang="en-US" altLang="en-US" sz="1600" dirty="0">
                <a:solidFill>
                  <a:srgbClr val="FFFFFF"/>
                </a:solidFill>
                <a:latin typeface="Cambria" panose="02040503050406030204" pitchFamily="18" charset="0"/>
                <a:ea typeface="Cambria" panose="02040503050406030204" pitchFamily="18" charset="0"/>
              </a:rPr>
              <a:t>I will always wear my name badge for identification and courtesy.</a:t>
            </a:r>
          </a:p>
          <a:p>
            <a:pPr marL="342900" indent="-342900">
              <a:spcBef>
                <a:spcPct val="20000"/>
              </a:spcBef>
              <a:spcAft>
                <a:spcPts val="600"/>
              </a:spcAft>
              <a:buFont typeface="Wingdings 2" charset="2"/>
              <a:buChar char=""/>
            </a:pPr>
            <a:r>
              <a:rPr lang="en-US" altLang="en-US" sz="1600" dirty="0">
                <a:solidFill>
                  <a:srgbClr val="FFFFFF"/>
                </a:solidFill>
                <a:latin typeface="Cambria" panose="02040503050406030204" pitchFamily="18" charset="0"/>
                <a:ea typeface="Cambria" panose="02040503050406030204" pitchFamily="18" charset="0"/>
              </a:rPr>
              <a:t>I will use language that is appropriate to the situation and the guest in each interaction.</a:t>
            </a:r>
            <a:endParaRPr lang="en-US" sz="1600" dirty="0">
              <a:solidFill>
                <a:srgbClr val="FFFF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437098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 name="Picture 3"/>
          <p:cNvPicPr>
            <a:picLocks noChangeAspect="1"/>
          </p:cNvPicPr>
          <p:nvPr/>
        </p:nvPicPr>
        <p:blipFill>
          <a:blip r:embed="rId3" cstate="screen">
            <a:extLst>
              <a:ext uri="{28A0092B-C50C-407E-A947-70E740481C1C}">
                <a14:useLocalDpi xmlns:a14="http://schemas.microsoft.com/office/drawing/2010/main"/>
              </a:ext>
            </a:extLst>
          </a:blip>
          <a:srcRect t="19375" r="9091" b="3728"/>
          <a:stretch/>
        </p:blipFill>
        <p:spPr>
          <a:xfrm>
            <a:off x="20" y="10"/>
            <a:ext cx="12191980" cy="6857989"/>
          </a:xfrm>
          <a:prstGeom prst="rect">
            <a:avLst/>
          </a:prstGeom>
        </p:spPr>
      </p:pic>
      <p:sp>
        <p:nvSpPr>
          <p:cNvPr id="11" name="Freeform 9">
            <a:extLst>
              <a:ext uri="{FF2B5EF4-FFF2-40B4-BE49-F238E27FC236}">
                <a16:creationId xmlns:a16="http://schemas.microsoft.com/office/drawing/2014/main" id="{72319FFA-0E4F-4E0B-BEBA-A9DD4B41A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0000" y="447188"/>
            <a:ext cx="4930400" cy="1559412"/>
          </a:xfrm>
        </p:spPr>
        <p:txBody>
          <a:bodyPr vert="horz" lIns="91440" tIns="45720" rIns="91440" bIns="45720" rtlCol="0" anchor="b">
            <a:normAutofit/>
          </a:bodyPr>
          <a:lstStyle/>
          <a:p>
            <a:r>
              <a:rPr lang="en-US" altLang="en-US" sz="4000">
                <a:solidFill>
                  <a:srgbClr val="FEFEFE"/>
                </a:solidFill>
                <a:latin typeface="Cambria" panose="02040503050406030204" pitchFamily="18" charset="0"/>
                <a:ea typeface="Cambria" panose="02040503050406030204" pitchFamily="18" charset="0"/>
              </a:rPr>
              <a:t>Practice Teamwork</a:t>
            </a:r>
            <a:endParaRPr lang="en-US" sz="4000">
              <a:solidFill>
                <a:srgbClr val="FEFEFE"/>
              </a:solidFill>
              <a:latin typeface="Cambria" panose="02040503050406030204" pitchFamily="18" charset="0"/>
              <a:ea typeface="Cambria" panose="02040503050406030204" pitchFamily="18" charset="0"/>
            </a:endParaRPr>
          </a:p>
        </p:txBody>
      </p:sp>
      <p:sp>
        <p:nvSpPr>
          <p:cNvPr id="3" name="Text Placeholder 2"/>
          <p:cNvSpPr>
            <a:spLocks noGrp="1"/>
          </p:cNvSpPr>
          <p:nvPr>
            <p:ph type="body" sz="quarter" idx="10"/>
          </p:nvPr>
        </p:nvSpPr>
        <p:spPr>
          <a:xfrm>
            <a:off x="818712" y="2413000"/>
            <a:ext cx="4921687" cy="3632200"/>
          </a:xfrm>
        </p:spPr>
        <p:txBody>
          <a:bodyPr vert="horz" lIns="91440" tIns="45720" rIns="91440" bIns="45720" rtlCol="0" anchor="ctr">
            <a:normAutofit/>
          </a:bodyPr>
          <a:lstStyle/>
          <a:p>
            <a:pPr>
              <a:lnSpc>
                <a:spcPct val="90000"/>
              </a:lnSpc>
              <a:spcBef>
                <a:spcPct val="20000"/>
              </a:spcBef>
              <a:spcAft>
                <a:spcPts val="600"/>
              </a:spcAft>
            </a:pPr>
            <a:r>
              <a:rPr lang="en-US" altLang="en-US" b="1" dirty="0">
                <a:solidFill>
                  <a:schemeClr val="tx1"/>
                </a:solidFill>
                <a:latin typeface="Cambria" panose="02040503050406030204" pitchFamily="18" charset="0"/>
                <a:ea typeface="Cambria" panose="02040503050406030204" pitchFamily="18" charset="0"/>
              </a:rPr>
              <a:t>Behaviors</a:t>
            </a:r>
          </a:p>
          <a:p>
            <a:pPr marL="342900" indent="-342900">
              <a:lnSpc>
                <a:spcPct val="90000"/>
              </a:lnSpc>
              <a:spcBef>
                <a:spcPct val="20000"/>
              </a:spcBef>
              <a:spcAft>
                <a:spcPts val="600"/>
              </a:spcAft>
              <a:buFont typeface="Wingdings 2" charset="2"/>
              <a:buChar char=""/>
            </a:pPr>
            <a:r>
              <a:rPr lang="en-US" altLang="en-US" u="sng" dirty="0">
                <a:solidFill>
                  <a:schemeClr val="tx1"/>
                </a:solidFill>
                <a:latin typeface="Cambria" panose="02040503050406030204" pitchFamily="18" charset="0"/>
                <a:ea typeface="Cambria" panose="02040503050406030204" pitchFamily="18" charset="0"/>
              </a:rPr>
              <a:t>Be helpful </a:t>
            </a:r>
            <a:r>
              <a:rPr lang="en-US" altLang="en-US" dirty="0">
                <a:solidFill>
                  <a:schemeClr val="tx1"/>
                </a:solidFill>
                <a:latin typeface="Cambria" panose="02040503050406030204" pitchFamily="18" charset="0"/>
                <a:ea typeface="Cambria" panose="02040503050406030204" pitchFamily="18" charset="0"/>
              </a:rPr>
              <a:t>when able</a:t>
            </a:r>
          </a:p>
          <a:p>
            <a:pPr marL="342900" indent="-342900">
              <a:lnSpc>
                <a:spcPct val="90000"/>
              </a:lnSpc>
              <a:spcBef>
                <a:spcPct val="20000"/>
              </a:spcBef>
              <a:spcAft>
                <a:spcPts val="600"/>
              </a:spcAft>
              <a:buFont typeface="Wingdings 2" charset="2"/>
              <a:buChar char=""/>
            </a:pPr>
            <a:r>
              <a:rPr lang="en-US" altLang="en-US" dirty="0">
                <a:solidFill>
                  <a:schemeClr val="tx1"/>
                </a:solidFill>
                <a:latin typeface="Cambria" panose="02040503050406030204" pitchFamily="18" charset="0"/>
                <a:ea typeface="Cambria" panose="02040503050406030204" pitchFamily="18" charset="0"/>
              </a:rPr>
              <a:t>I will </a:t>
            </a:r>
            <a:r>
              <a:rPr lang="en-US" altLang="en-US" u="sng" dirty="0">
                <a:solidFill>
                  <a:schemeClr val="tx1"/>
                </a:solidFill>
                <a:latin typeface="Cambria" panose="02040503050406030204" pitchFamily="18" charset="0"/>
                <a:ea typeface="Cambria" panose="02040503050406030204" pitchFamily="18" charset="0"/>
              </a:rPr>
              <a:t>hold myself accountable </a:t>
            </a:r>
            <a:r>
              <a:rPr lang="en-US" altLang="en-US" dirty="0">
                <a:solidFill>
                  <a:schemeClr val="tx1"/>
                </a:solidFill>
                <a:latin typeface="Cambria" panose="02040503050406030204" pitchFamily="18" charset="0"/>
                <a:ea typeface="Cambria" panose="02040503050406030204" pitchFamily="18" charset="0"/>
              </a:rPr>
              <a:t>each day for getting the </a:t>
            </a:r>
            <a:r>
              <a:rPr lang="en-US" altLang="en-US" u="sng" dirty="0">
                <a:solidFill>
                  <a:schemeClr val="tx1"/>
                </a:solidFill>
                <a:latin typeface="Cambria" panose="02040503050406030204" pitchFamily="18" charset="0"/>
                <a:ea typeface="Cambria" panose="02040503050406030204" pitchFamily="18" charset="0"/>
              </a:rPr>
              <a:t>information I need to do my job</a:t>
            </a:r>
            <a:r>
              <a:rPr lang="en-US" altLang="en-US" dirty="0">
                <a:solidFill>
                  <a:schemeClr val="tx1"/>
                </a:solidFill>
                <a:latin typeface="Cambria" panose="02040503050406030204" pitchFamily="18" charset="0"/>
                <a:ea typeface="Cambria" panose="02040503050406030204" pitchFamily="18" charset="0"/>
              </a:rPr>
              <a:t>.</a:t>
            </a:r>
            <a:endParaRPr lang="en-US"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807349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chemeClr val="bg2"/>
        </a:solidFill>
        <a:effectLst/>
      </p:bgPr>
    </p:bg>
    <p:spTree>
      <p:nvGrpSpPr>
        <p:cNvPr id="1" name=""/>
        <p:cNvGrpSpPr/>
        <p:nvPr/>
      </p:nvGrpSpPr>
      <p:grpSpPr>
        <a:xfrm>
          <a:off x="0" y="0"/>
          <a:ext cx="0" cy="0"/>
          <a:chOff x="0" y="0"/>
          <a:chExt cx="0" cy="0"/>
        </a:xfrm>
      </p:grpSpPr>
      <p:sp>
        <p:nvSpPr>
          <p:cNvPr id="11"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Picture 5" descr="A person smiling with her arms crossed&#10;&#10;Description automatically generated"/>
          <p:cNvPicPr>
            <a:picLocks noChangeAspect="1"/>
          </p:cNvPicPr>
          <p:nvPr/>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a:ext>
            </a:extLst>
          </a:blip>
          <a:srcRect l="22440" r="691" b="1"/>
          <a:stretch/>
        </p:blipFill>
        <p:spPr>
          <a:xfrm>
            <a:off x="6108700" y="-1"/>
            <a:ext cx="6094450" cy="6858001"/>
          </a:xfrm>
          <a:prstGeom prst="rect">
            <a:avLst/>
          </a:prstGeom>
        </p:spPr>
      </p:pic>
      <p:sp>
        <p:nvSpPr>
          <p:cNvPr id="13" name="Freeform 16">
            <a:extLst>
              <a:ext uri="{FF2B5EF4-FFF2-40B4-BE49-F238E27FC236}">
                <a16:creationId xmlns:a16="http://schemas.microsoft.com/office/drawing/2014/main" id="{3994EE40-F54F-48E5-826B-B45158209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0000" y="447188"/>
            <a:ext cx="5070100" cy="1559412"/>
          </a:xfrm>
        </p:spPr>
        <p:txBody>
          <a:bodyPr vert="horz" lIns="91440" tIns="45720" rIns="91440" bIns="45720" rtlCol="0" anchor="b">
            <a:normAutofit/>
          </a:bodyPr>
          <a:lstStyle/>
          <a:p>
            <a:pPr algn="ctr">
              <a:lnSpc>
                <a:spcPct val="90000"/>
              </a:lnSpc>
            </a:pPr>
            <a:r>
              <a:rPr lang="en-US" altLang="en-US" sz="3400" dirty="0">
                <a:solidFill>
                  <a:srgbClr val="FEFEFE"/>
                </a:solidFill>
                <a:latin typeface="+mj-lt"/>
              </a:rPr>
              <a:t>Apply Service Excellence to Your Job</a:t>
            </a:r>
            <a:endParaRPr lang="en-US" sz="3400" dirty="0">
              <a:solidFill>
                <a:srgbClr val="FEFEFE"/>
              </a:solidFill>
              <a:latin typeface="+mj-lt"/>
            </a:endParaRPr>
          </a:p>
        </p:txBody>
      </p:sp>
      <p:sp>
        <p:nvSpPr>
          <p:cNvPr id="3" name="Text Placeholder 2"/>
          <p:cNvSpPr>
            <a:spLocks noGrp="1"/>
          </p:cNvSpPr>
          <p:nvPr>
            <p:ph type="body" sz="quarter" idx="10"/>
          </p:nvPr>
        </p:nvSpPr>
        <p:spPr>
          <a:xfrm>
            <a:off x="818712" y="2413000"/>
            <a:ext cx="5055923" cy="3632200"/>
          </a:xfrm>
        </p:spPr>
        <p:txBody>
          <a:bodyPr vert="horz" lIns="91440" tIns="45720" rIns="91440" bIns="45720" rtlCol="0" anchor="ctr">
            <a:normAutofit/>
          </a:bodyPr>
          <a:lstStyle/>
          <a:p>
            <a:pPr marL="342900" indent="-342900">
              <a:spcBef>
                <a:spcPct val="20000"/>
              </a:spcBef>
              <a:spcAft>
                <a:spcPts val="600"/>
              </a:spcAft>
              <a:buFont typeface="Wingdings 2" charset="2"/>
              <a:buChar char=""/>
            </a:pPr>
            <a:r>
              <a:rPr lang="en-US" altLang="en-US" dirty="0">
                <a:solidFill>
                  <a:schemeClr val="tx1"/>
                </a:solidFill>
                <a:latin typeface="Cambria" panose="02040503050406030204" pitchFamily="18" charset="0"/>
                <a:ea typeface="Cambria" panose="02040503050406030204" pitchFamily="18" charset="0"/>
              </a:rPr>
              <a:t>Develop your </a:t>
            </a:r>
            <a:r>
              <a:rPr lang="en-US" altLang="en-US" b="1" u="sng" dirty="0">
                <a:solidFill>
                  <a:schemeClr val="tx1"/>
                </a:solidFill>
                <a:latin typeface="Cambria" panose="02040503050406030204" pitchFamily="18" charset="0"/>
                <a:ea typeface="Cambria" panose="02040503050406030204" pitchFamily="18" charset="0"/>
              </a:rPr>
              <a:t>Service Excellence </a:t>
            </a:r>
            <a:br>
              <a:rPr lang="en-US" altLang="en-US" b="1" u="sng" dirty="0">
                <a:solidFill>
                  <a:schemeClr val="tx1"/>
                </a:solidFill>
                <a:latin typeface="Cambria" panose="02040503050406030204" pitchFamily="18" charset="0"/>
                <a:ea typeface="Cambria" panose="02040503050406030204" pitchFamily="18" charset="0"/>
              </a:rPr>
            </a:br>
            <a:r>
              <a:rPr lang="en-US" altLang="en-US" b="1" u="sng" dirty="0">
                <a:solidFill>
                  <a:schemeClr val="tx1"/>
                </a:solidFill>
                <a:latin typeface="Cambria" panose="02040503050406030204" pitchFamily="18" charset="0"/>
                <a:ea typeface="Cambria" panose="02040503050406030204" pitchFamily="18" charset="0"/>
              </a:rPr>
              <a:t>Action Plan</a:t>
            </a:r>
            <a:r>
              <a:rPr lang="en-US" altLang="en-US" dirty="0">
                <a:solidFill>
                  <a:schemeClr val="tx1"/>
                </a:solidFill>
                <a:latin typeface="Cambria" panose="02040503050406030204" pitchFamily="18" charset="0"/>
                <a:ea typeface="Cambria" panose="02040503050406030204" pitchFamily="18" charset="0"/>
              </a:rPr>
              <a:t> for each standard.</a:t>
            </a:r>
          </a:p>
          <a:p>
            <a:pPr marL="342900" indent="-342900">
              <a:spcBef>
                <a:spcPct val="20000"/>
              </a:spcBef>
              <a:spcAft>
                <a:spcPts val="600"/>
              </a:spcAft>
              <a:buFont typeface="Wingdings 2" charset="2"/>
              <a:buChar char=""/>
            </a:pPr>
            <a:r>
              <a:rPr lang="en-US" altLang="en-US" dirty="0">
                <a:solidFill>
                  <a:schemeClr val="tx1"/>
                </a:solidFill>
                <a:latin typeface="Cambria" panose="02040503050406030204" pitchFamily="18" charset="0"/>
                <a:ea typeface="Cambria" panose="02040503050406030204" pitchFamily="18" charset="0"/>
              </a:rPr>
              <a:t>Set </a:t>
            </a:r>
            <a:r>
              <a:rPr lang="en-US" altLang="en-US" u="sng" dirty="0">
                <a:solidFill>
                  <a:schemeClr val="tx1"/>
                </a:solidFill>
                <a:latin typeface="Cambria" panose="02040503050406030204" pitchFamily="18" charset="0"/>
                <a:ea typeface="Cambria" panose="02040503050406030204" pitchFamily="18" charset="0"/>
              </a:rPr>
              <a:t>one personal goal for each </a:t>
            </a:r>
            <a:br>
              <a:rPr lang="en-US" altLang="en-US" dirty="0">
                <a:solidFill>
                  <a:schemeClr val="tx1"/>
                </a:solidFill>
                <a:latin typeface="Cambria" panose="02040503050406030204" pitchFamily="18" charset="0"/>
                <a:ea typeface="Cambria" panose="02040503050406030204" pitchFamily="18" charset="0"/>
              </a:rPr>
            </a:br>
            <a:r>
              <a:rPr lang="en-US" altLang="en-US" dirty="0">
                <a:solidFill>
                  <a:schemeClr val="tx1"/>
                </a:solidFill>
                <a:latin typeface="Cambria" panose="02040503050406030204" pitchFamily="18" charset="0"/>
                <a:ea typeface="Cambria" panose="02040503050406030204" pitchFamily="18" charset="0"/>
              </a:rPr>
              <a:t>Service Excellence Standard.</a:t>
            </a:r>
          </a:p>
        </p:txBody>
      </p:sp>
    </p:spTree>
    <p:extLst>
      <p:ext uri="{BB962C8B-B14F-4D97-AF65-F5344CB8AC3E}">
        <p14:creationId xmlns:p14="http://schemas.microsoft.com/office/powerpoint/2010/main" val="38141069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Freeform 6">
            <a:extLst>
              <a:ext uri="{FF2B5EF4-FFF2-40B4-BE49-F238E27FC236}">
                <a16:creationId xmlns:a16="http://schemas.microsoft.com/office/drawing/2014/main" id="{B9D93730-8C7D-423D-9137-597B5FA657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6="http://schemas.microsoft.com/office/drawing/2014/main"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9">
            <a:extLst>
              <a:ext uri="{FF2B5EF4-FFF2-40B4-BE49-F238E27FC236}">
                <a16:creationId xmlns:a16="http://schemas.microsoft.com/office/drawing/2014/main" id="{A3322B77-FA16-4D4E-BAA6-811C61DB3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A6EF34F-3BAD-4CD8-B05E-03BA773AE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50631" y="1050634"/>
            <a:ext cx="6857997" cy="4756735"/>
          </a:xfrm>
          <a:custGeom>
            <a:avLst/>
            <a:gdLst>
              <a:gd name="connsiteX0" fmla="*/ 6857997 w 6857997"/>
              <a:gd name="connsiteY0" fmla="*/ 0 h 4756735"/>
              <a:gd name="connsiteX1" fmla="*/ 6857997 w 6857997"/>
              <a:gd name="connsiteY1" fmla="*/ 4458285 h 4756735"/>
              <a:gd name="connsiteX2" fmla="*/ 4861980 w 6857997"/>
              <a:gd name="connsiteY2" fmla="*/ 4458285 h 4756735"/>
              <a:gd name="connsiteX3" fmla="*/ 4480980 w 6857997"/>
              <a:gd name="connsiteY3" fmla="*/ 4744036 h 4756735"/>
              <a:gd name="connsiteX4" fmla="*/ 4472514 w 6857997"/>
              <a:gd name="connsiteY4" fmla="*/ 4747210 h 4756735"/>
              <a:gd name="connsiteX5" fmla="*/ 4459814 w 6857997"/>
              <a:gd name="connsiteY5" fmla="*/ 4751973 h 4756735"/>
              <a:gd name="connsiteX6" fmla="*/ 4447114 w 6857997"/>
              <a:gd name="connsiteY6" fmla="*/ 4756735 h 4756735"/>
              <a:gd name="connsiteX7" fmla="*/ 4436530 w 6857997"/>
              <a:gd name="connsiteY7" fmla="*/ 4756735 h 4756735"/>
              <a:gd name="connsiteX8" fmla="*/ 4423830 w 6857997"/>
              <a:gd name="connsiteY8" fmla="*/ 4756735 h 4756735"/>
              <a:gd name="connsiteX9" fmla="*/ 4413247 w 6857997"/>
              <a:gd name="connsiteY9" fmla="*/ 4751973 h 4756735"/>
              <a:gd name="connsiteX10" fmla="*/ 4400547 w 6857997"/>
              <a:gd name="connsiteY10" fmla="*/ 4747210 h 4756735"/>
              <a:gd name="connsiteX11" fmla="*/ 4392080 w 6857997"/>
              <a:gd name="connsiteY11" fmla="*/ 4744036 h 4756735"/>
              <a:gd name="connsiteX12" fmla="*/ 4011080 w 6857997"/>
              <a:gd name="connsiteY12" fmla="*/ 4458285 h 4756735"/>
              <a:gd name="connsiteX13" fmla="*/ 0 w 6857997"/>
              <a:gd name="connsiteY13" fmla="*/ 4458285 h 4756735"/>
              <a:gd name="connsiteX14" fmla="*/ 1 w 6857997"/>
              <a:gd name="connsiteY14" fmla="*/ 0 h 475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7997" h="4756735">
                <a:moveTo>
                  <a:pt x="6857997" y="0"/>
                </a:moveTo>
                <a:lnTo>
                  <a:pt x="6857997" y="4458285"/>
                </a:lnTo>
                <a:lnTo>
                  <a:pt x="4861980" y="4458285"/>
                </a:lnTo>
                <a:lnTo>
                  <a:pt x="4480980" y="4744036"/>
                </a:lnTo>
                <a:lnTo>
                  <a:pt x="4472514" y="4747210"/>
                </a:lnTo>
                <a:lnTo>
                  <a:pt x="4459814" y="4751973"/>
                </a:lnTo>
                <a:lnTo>
                  <a:pt x="4447114" y="4756735"/>
                </a:lnTo>
                <a:lnTo>
                  <a:pt x="4436530" y="4756735"/>
                </a:lnTo>
                <a:lnTo>
                  <a:pt x="4423830" y="4756735"/>
                </a:lnTo>
                <a:lnTo>
                  <a:pt x="4413247" y="4751973"/>
                </a:lnTo>
                <a:lnTo>
                  <a:pt x="4400547" y="4747210"/>
                </a:lnTo>
                <a:lnTo>
                  <a:pt x="4392080" y="4744036"/>
                </a:lnTo>
                <a:lnTo>
                  <a:pt x="4011080" y="4458285"/>
                </a:lnTo>
                <a:lnTo>
                  <a:pt x="0" y="4458285"/>
                </a:lnTo>
                <a:lnTo>
                  <a:pt x="1" y="0"/>
                </a:lnTo>
                <a:close/>
              </a:path>
            </a:pathLst>
          </a:custGeom>
          <a:solidFill>
            <a:schemeClr val="accent1"/>
          </a:solidFill>
          <a:ln>
            <a:headEnd/>
            <a:tailEnd/>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641754" y="1918252"/>
            <a:ext cx="3365439" cy="3997635"/>
          </a:xfrm>
        </p:spPr>
        <p:txBody>
          <a:bodyPr vert="horz" lIns="91440" tIns="45720" rIns="91440" bIns="45720" rtlCol="0" anchor="t">
            <a:normAutofit/>
          </a:bodyPr>
          <a:lstStyle/>
          <a:p>
            <a:r>
              <a:rPr lang="en-US" altLang="en-US" sz="4400">
                <a:solidFill>
                  <a:srgbClr val="FEFEFE"/>
                </a:solidFill>
                <a:latin typeface="Cambria" panose="02040503050406030204" pitchFamily="18" charset="0"/>
                <a:ea typeface="Cambria" panose="02040503050406030204" pitchFamily="18" charset="0"/>
              </a:rPr>
              <a:t>Action Plan Standards</a:t>
            </a:r>
            <a:endParaRPr lang="en-US" sz="4400">
              <a:solidFill>
                <a:srgbClr val="FEFEFE"/>
              </a:solidFill>
              <a:latin typeface="Cambria" panose="02040503050406030204" pitchFamily="18" charset="0"/>
              <a:ea typeface="Cambria" panose="02040503050406030204" pitchFamily="18" charset="0"/>
            </a:endParaRPr>
          </a:p>
        </p:txBody>
      </p:sp>
      <p:graphicFrame>
        <p:nvGraphicFramePr>
          <p:cNvPr id="5" name="Text Placeholder 2">
            <a:extLst>
              <a:ext uri="{FF2B5EF4-FFF2-40B4-BE49-F238E27FC236}">
                <a16:creationId xmlns:a16="http://schemas.microsoft.com/office/drawing/2014/main" id="{EFFADF8B-7BC0-C2A7-EF4E-5BA5F305E054}"/>
              </a:ext>
            </a:extLst>
          </p:cNvPr>
          <p:cNvGraphicFramePr/>
          <p:nvPr>
            <p:extLst>
              <p:ext uri="{D42A27DB-BD31-4B8C-83A1-F6EECF244321}">
                <p14:modId xmlns:p14="http://schemas.microsoft.com/office/powerpoint/2010/main" val="3527281049"/>
              </p:ext>
            </p:extLst>
          </p:nvPr>
        </p:nvGraphicFramePr>
        <p:xfrm>
          <a:off x="5556250" y="1262063"/>
          <a:ext cx="5816600" cy="43275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273401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A01907A-BF04-440F-BA0D-49BC96273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E67DD2C1-0634-4907-A4F1-B433646341D8}"/>
              </a:ext>
            </a:extLst>
          </p:cNvPr>
          <p:cNvPicPr>
            <a:picLocks noChangeAspect="1"/>
          </p:cNvPicPr>
          <p:nvPr/>
        </p:nvPicPr>
        <p:blipFill>
          <a:blip r:embed="rId2"/>
          <a:stretch>
            <a:fillRect/>
          </a:stretch>
        </p:blipFill>
        <p:spPr>
          <a:xfrm>
            <a:off x="2760032" y="643467"/>
            <a:ext cx="6671935" cy="5571066"/>
          </a:xfrm>
          <a:prstGeom prst="rect">
            <a:avLst/>
          </a:prstGeom>
        </p:spPr>
      </p:pic>
      <p:sp>
        <p:nvSpPr>
          <p:cNvPr id="8" name="TextBox 7">
            <a:extLst>
              <a:ext uri="{FF2B5EF4-FFF2-40B4-BE49-F238E27FC236}">
                <a16:creationId xmlns:a16="http://schemas.microsoft.com/office/drawing/2014/main" id="{BECDD999-E621-4536-BD0F-432ED94302B8}"/>
              </a:ext>
            </a:extLst>
          </p:cNvPr>
          <p:cNvSpPr txBox="1"/>
          <p:nvPr/>
        </p:nvSpPr>
        <p:spPr>
          <a:xfrm>
            <a:off x="2650184" y="6351600"/>
            <a:ext cx="6891630" cy="369332"/>
          </a:xfrm>
          <a:prstGeom prst="rect">
            <a:avLst/>
          </a:prstGeom>
          <a:noFill/>
        </p:spPr>
        <p:txBody>
          <a:bodyPr wrap="none" rtlCol="0">
            <a:spAutoFit/>
          </a:bodyPr>
          <a:lstStyle/>
          <a:p>
            <a:r>
              <a:rPr lang="en-US" dirty="0"/>
              <a:t>Please create your personal goals to add to sections 1., 2., 3.</a:t>
            </a:r>
          </a:p>
        </p:txBody>
      </p:sp>
    </p:spTree>
    <p:extLst>
      <p:ext uri="{BB962C8B-B14F-4D97-AF65-F5344CB8AC3E}">
        <p14:creationId xmlns:p14="http://schemas.microsoft.com/office/powerpoint/2010/main" val="108895415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t="12587" r="9091"/>
          <a:stretch/>
        </p:blipFill>
        <p:spPr>
          <a:xfrm>
            <a:off x="20" y="10"/>
            <a:ext cx="12191980" cy="6857989"/>
          </a:xfrm>
          <a:prstGeom prst="rect">
            <a:avLst/>
          </a:prstGeom>
        </p:spPr>
      </p:pic>
      <p:sp>
        <p:nvSpPr>
          <p:cNvPr id="19" name="Freeform 9">
            <a:extLst>
              <a:ext uri="{FF2B5EF4-FFF2-40B4-BE49-F238E27FC236}">
                <a16:creationId xmlns:a16="http://schemas.microsoft.com/office/drawing/2014/main" id="{72319FFA-0E4F-4E0B-BEBA-A9DD4B41A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0000" y="447188"/>
            <a:ext cx="4930400" cy="1559412"/>
          </a:xfrm>
        </p:spPr>
        <p:txBody>
          <a:bodyPr vert="horz" lIns="91440" tIns="45720" rIns="91440" bIns="45720" rtlCol="0" anchor="b">
            <a:normAutofit/>
          </a:bodyPr>
          <a:lstStyle/>
          <a:p>
            <a:r>
              <a:rPr lang="en-US" altLang="en-US" sz="4000" dirty="0">
                <a:solidFill>
                  <a:srgbClr val="FEFEFE"/>
                </a:solidFill>
                <a:latin typeface="+mj-lt"/>
              </a:rPr>
              <a:t>Next Steps!</a:t>
            </a:r>
            <a:endParaRPr lang="en-US" sz="4000" dirty="0">
              <a:solidFill>
                <a:srgbClr val="FEFEFE"/>
              </a:solidFill>
              <a:latin typeface="+mj-lt"/>
            </a:endParaRPr>
          </a:p>
        </p:txBody>
      </p:sp>
      <p:sp>
        <p:nvSpPr>
          <p:cNvPr id="3" name="Text Placeholder 2"/>
          <p:cNvSpPr>
            <a:spLocks noGrp="1"/>
          </p:cNvSpPr>
          <p:nvPr>
            <p:ph type="body" sz="quarter" idx="10"/>
          </p:nvPr>
        </p:nvSpPr>
        <p:spPr>
          <a:xfrm>
            <a:off x="215154" y="2413000"/>
            <a:ext cx="5525246" cy="3632200"/>
          </a:xfrm>
        </p:spPr>
        <p:txBody>
          <a:bodyPr vert="horz" lIns="91440" tIns="45720" rIns="91440" bIns="45720" rtlCol="0" anchor="ctr">
            <a:normAutofit/>
          </a:bodyPr>
          <a:lstStyle/>
          <a:p>
            <a:pPr marL="342900" indent="-342900">
              <a:spcBef>
                <a:spcPct val="20000"/>
              </a:spcBef>
              <a:spcAft>
                <a:spcPts val="600"/>
              </a:spcAft>
              <a:buFont typeface="Wingdings 2" charset="2"/>
              <a:buChar char=""/>
            </a:pPr>
            <a:r>
              <a:rPr lang="en-US" altLang="en-US" sz="2200" dirty="0">
                <a:solidFill>
                  <a:schemeClr val="tx1"/>
                </a:solidFill>
              </a:rPr>
              <a:t>Provide Superior Quality Healthcare Services in everything you do</a:t>
            </a:r>
          </a:p>
          <a:p>
            <a:pPr marL="342900" indent="-342900">
              <a:spcBef>
                <a:spcPct val="20000"/>
              </a:spcBef>
              <a:spcAft>
                <a:spcPts val="600"/>
              </a:spcAft>
              <a:buFont typeface="Wingdings 2" charset="2"/>
              <a:buChar char=""/>
            </a:pPr>
            <a:r>
              <a:rPr lang="en-US" altLang="en-US" sz="2200" dirty="0">
                <a:solidFill>
                  <a:schemeClr val="tx1"/>
                </a:solidFill>
              </a:rPr>
              <a:t>Remember: Service Excellence will be part of your assessment on your Performance Evaluation </a:t>
            </a:r>
          </a:p>
          <a:p>
            <a:pPr marL="342900" indent="-342900">
              <a:spcBef>
                <a:spcPct val="20000"/>
              </a:spcBef>
              <a:spcAft>
                <a:spcPts val="600"/>
              </a:spcAft>
              <a:buFont typeface="Wingdings 2" charset="2"/>
              <a:buChar char=""/>
            </a:pPr>
            <a:r>
              <a:rPr lang="en-US" altLang="en-US" sz="2200" dirty="0">
                <a:solidFill>
                  <a:schemeClr val="tx1"/>
                </a:solidFill>
              </a:rPr>
              <a:t>Demonstrate Service Excellence </a:t>
            </a:r>
            <a:br>
              <a:rPr lang="en-US" altLang="en-US" sz="2200" dirty="0">
                <a:solidFill>
                  <a:schemeClr val="tx1"/>
                </a:solidFill>
              </a:rPr>
            </a:br>
            <a:r>
              <a:rPr lang="en-US" altLang="en-US" sz="2200" dirty="0">
                <a:solidFill>
                  <a:schemeClr val="tx1"/>
                </a:solidFill>
              </a:rPr>
              <a:t>in every interaction until it becomes a habit</a:t>
            </a:r>
          </a:p>
          <a:p>
            <a:pPr>
              <a:spcBef>
                <a:spcPct val="20000"/>
              </a:spcBef>
              <a:spcAft>
                <a:spcPts val="600"/>
              </a:spcAft>
              <a:buFont typeface="Wingdings 2" charset="2"/>
              <a:buChar char=""/>
            </a:pPr>
            <a:endParaRPr lang="en-US" sz="2200" dirty="0">
              <a:solidFill>
                <a:schemeClr val="tx1"/>
              </a:solidFill>
            </a:endParaRPr>
          </a:p>
        </p:txBody>
      </p:sp>
    </p:spTree>
    <p:extLst>
      <p:ext uri="{BB962C8B-B14F-4D97-AF65-F5344CB8AC3E}">
        <p14:creationId xmlns:p14="http://schemas.microsoft.com/office/powerpoint/2010/main" val="41016004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ounded Rectangle 16">
            <a:extLst>
              <a:ext uri="{FF2B5EF4-FFF2-40B4-BE49-F238E27FC236}">
                <a16:creationId xmlns:a16="http://schemas.microsoft.com/office/drawing/2014/main" id="{CC57EF5B-92B7-4D8A-82DE-4665F89A21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4306" y="643464"/>
            <a:ext cx="10927614" cy="3599352"/>
          </a:xfrm>
          <a:prstGeom prst="roundRect">
            <a:avLst>
              <a:gd name="adj" fmla="val 3513"/>
            </a:avLst>
          </a:prstGeom>
          <a:solidFill>
            <a:schemeClr val="bg1"/>
          </a:solidFill>
          <a:ln>
            <a:solidFill>
              <a:schemeClr val="accent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13">
            <a:extLst>
              <a:ext uri="{FF2B5EF4-FFF2-40B4-BE49-F238E27FC236}">
                <a16:creationId xmlns:a16="http://schemas.microsoft.com/office/drawing/2014/main" id="{3A4AC0CC-D5D6-4673-B926-3E826AAA752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bwMode="white">
          <a:xfrm>
            <a:off x="0" y="4525094"/>
            <a:ext cx="12203151" cy="2344057"/>
            <a:chOff x="0" y="4525094"/>
            <a:chExt cx="12203151" cy="2344057"/>
          </a:xfrm>
        </p:grpSpPr>
        <p:sp>
          <p:nvSpPr>
            <p:cNvPr id="26" name="Freeform 9">
              <a:extLst>
                <a:ext uri="{FF2B5EF4-FFF2-40B4-BE49-F238E27FC236}">
                  <a16:creationId xmlns:a16="http://schemas.microsoft.com/office/drawing/2014/main" id="{8F6A282D-54F8-4F82-8E6A-17C174AA39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0" y="4525094"/>
              <a:ext cx="12192000" cy="2332906"/>
            </a:xfrm>
            <a:custGeom>
              <a:avLst/>
              <a:gdLst>
                <a:gd name="connsiteX0" fmla="*/ 0 w 12192000"/>
                <a:gd name="connsiteY0" fmla="*/ 0 h 2332906"/>
                <a:gd name="connsiteX1" fmla="*/ 1996017 w 12192000"/>
                <a:gd name="connsiteY1" fmla="*/ 0 h 2332906"/>
                <a:gd name="connsiteX2" fmla="*/ 2377017 w 12192000"/>
                <a:gd name="connsiteY2" fmla="*/ 263783 h 2332906"/>
                <a:gd name="connsiteX3" fmla="*/ 2385484 w 12192000"/>
                <a:gd name="connsiteY3" fmla="*/ 266713 h 2332906"/>
                <a:gd name="connsiteX4" fmla="*/ 2398184 w 12192000"/>
                <a:gd name="connsiteY4" fmla="*/ 271110 h 2332906"/>
                <a:gd name="connsiteX5" fmla="*/ 2410883 w 12192000"/>
                <a:gd name="connsiteY5" fmla="*/ 275506 h 2332906"/>
                <a:gd name="connsiteX6" fmla="*/ 2421467 w 12192000"/>
                <a:gd name="connsiteY6" fmla="*/ 275506 h 2332906"/>
                <a:gd name="connsiteX7" fmla="*/ 2434167 w 12192000"/>
                <a:gd name="connsiteY7" fmla="*/ 275506 h 2332906"/>
                <a:gd name="connsiteX8" fmla="*/ 2444750 w 12192000"/>
                <a:gd name="connsiteY8" fmla="*/ 271110 h 2332906"/>
                <a:gd name="connsiteX9" fmla="*/ 2457450 w 12192000"/>
                <a:gd name="connsiteY9" fmla="*/ 266713 h 2332906"/>
                <a:gd name="connsiteX10" fmla="*/ 2465917 w 12192000"/>
                <a:gd name="connsiteY10" fmla="*/ 263783 h 2332906"/>
                <a:gd name="connsiteX11" fmla="*/ 2846917 w 12192000"/>
                <a:gd name="connsiteY11" fmla="*/ 0 h 2332906"/>
                <a:gd name="connsiteX12" fmla="*/ 12192000 w 12192000"/>
                <a:gd name="connsiteY12" fmla="*/ 0 h 2332906"/>
                <a:gd name="connsiteX13" fmla="*/ 12192000 w 12192000"/>
                <a:gd name="connsiteY13" fmla="*/ 2332906 h 2332906"/>
                <a:gd name="connsiteX14" fmla="*/ 0 w 12192000"/>
                <a:gd name="connsiteY14" fmla="*/ 2332906 h 233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2332906">
                  <a:moveTo>
                    <a:pt x="0" y="0"/>
                  </a:moveTo>
                  <a:lnTo>
                    <a:pt x="1996017" y="0"/>
                  </a:lnTo>
                  <a:lnTo>
                    <a:pt x="2377017" y="263783"/>
                  </a:lnTo>
                  <a:lnTo>
                    <a:pt x="2385484" y="266713"/>
                  </a:lnTo>
                  <a:lnTo>
                    <a:pt x="2398184" y="271110"/>
                  </a:lnTo>
                  <a:lnTo>
                    <a:pt x="2410883" y="275506"/>
                  </a:lnTo>
                  <a:lnTo>
                    <a:pt x="2421467" y="275506"/>
                  </a:lnTo>
                  <a:lnTo>
                    <a:pt x="2434167" y="275506"/>
                  </a:lnTo>
                  <a:lnTo>
                    <a:pt x="2444750" y="271110"/>
                  </a:lnTo>
                  <a:lnTo>
                    <a:pt x="2457450" y="266713"/>
                  </a:lnTo>
                  <a:lnTo>
                    <a:pt x="2465917" y="263783"/>
                  </a:lnTo>
                  <a:lnTo>
                    <a:pt x="2846917" y="0"/>
                  </a:lnTo>
                  <a:lnTo>
                    <a:pt x="12192000" y="0"/>
                  </a:lnTo>
                  <a:lnTo>
                    <a:pt x="12192000" y="2332906"/>
                  </a:lnTo>
                  <a:lnTo>
                    <a:pt x="0" y="2332906"/>
                  </a:lnTo>
                  <a:close/>
                </a:path>
              </a:pathLst>
            </a:custGeom>
            <a:solidFill>
              <a:srgbClr val="262626"/>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15">
              <a:extLst>
                <a:ext uri="{FF2B5EF4-FFF2-40B4-BE49-F238E27FC236}">
                  <a16:creationId xmlns:a16="http://schemas.microsoft.com/office/drawing/2014/main" id="{2CC7973C-9C83-467C-8997-F160C1AA1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flipH="1">
              <a:off x="3820" y="4536245"/>
              <a:ext cx="5660999" cy="2332906"/>
            </a:xfrm>
            <a:prstGeom prst="triangle">
              <a:avLst>
                <a:gd name="adj" fmla="val 100000"/>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33437AA1-6F72-4CDF-B5DF-55B57B283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4813714" y="4536245"/>
              <a:ext cx="7389437" cy="2332906"/>
            </a:xfrm>
            <a:prstGeom prst="triangle">
              <a:avLst>
                <a:gd name="adj" fmla="val 100000"/>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ECD9F90-95AC-4ADE-BC8A-93B250F85C36}"/>
              </a:ext>
            </a:extLst>
          </p:cNvPr>
          <p:cNvSpPr>
            <a:spLocks noGrp="1"/>
          </p:cNvSpPr>
          <p:nvPr>
            <p:ph type="title"/>
          </p:nvPr>
        </p:nvSpPr>
        <p:spPr>
          <a:xfrm>
            <a:off x="810001" y="4817533"/>
            <a:ext cx="10572000" cy="779529"/>
          </a:xfrm>
        </p:spPr>
        <p:txBody>
          <a:bodyPr vert="horz" lIns="91440" tIns="45720" rIns="91440" bIns="45720" rtlCol="0" anchor="b">
            <a:normAutofit/>
          </a:bodyPr>
          <a:lstStyle/>
          <a:p>
            <a:r>
              <a:rPr lang="en-US" sz="4000">
                <a:solidFill>
                  <a:srgbClr val="FEFEFE"/>
                </a:solidFill>
                <a:latin typeface="+mj-lt"/>
              </a:rPr>
              <a:t>Thank You!</a:t>
            </a:r>
          </a:p>
        </p:txBody>
      </p:sp>
      <p:pic>
        <p:nvPicPr>
          <p:cNvPr id="28" name="Graphic 6" descr="Handshake">
            <a:extLst>
              <a:ext uri="{FF2B5EF4-FFF2-40B4-BE49-F238E27FC236}">
                <a16:creationId xmlns:a16="http://schemas.microsoft.com/office/drawing/2014/main" id="{E1402E0C-106B-2C23-BAC8-E23D6C69006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8743" y="895961"/>
            <a:ext cx="3092656" cy="3092656"/>
          </a:xfrm>
          <a:prstGeom prst="rect">
            <a:avLst/>
          </a:prstGeom>
        </p:spPr>
      </p:pic>
    </p:spTree>
    <p:extLst>
      <p:ext uri="{BB962C8B-B14F-4D97-AF65-F5344CB8AC3E}">
        <p14:creationId xmlns:p14="http://schemas.microsoft.com/office/powerpoint/2010/main" val="15801427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AD180A-D253-4F84-BD24-8EE736E655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F19A644-6410-4EC7-894C-877E70305DFF}">
  <ds:schemaRefs>
    <ds:schemaRef ds:uri="http://schemas.microsoft.com/sharepoint/v3"/>
    <ds:schemaRef ds:uri="http://schemas.microsoft.com/office/2006/documentManagement/types"/>
    <ds:schemaRef ds:uri="16c05727-aa75-4e4a-9b5f-8a80a1165891"/>
    <ds:schemaRef ds:uri="71af3243-3dd4-4a8d-8c0d-dd76da1f02a5"/>
    <ds:schemaRef ds:uri="http://www.w3.org/XML/1998/namespace"/>
    <ds:schemaRef ds:uri="http://schemas.microsoft.com/office/2006/metadata/properties"/>
    <ds:schemaRef ds:uri="http://purl.org/dc/dcmitype/"/>
    <ds:schemaRef ds:uri="http://purl.org/dc/elements/1.1/"/>
    <ds:schemaRef ds:uri="http://schemas.microsoft.com/office/infopath/2007/PartnerControls"/>
    <ds:schemaRef ds:uri="http://schemas.openxmlformats.org/package/2006/metadata/core-properties"/>
    <ds:schemaRef ds:uri="230e9df3-be65-4c73-a93b-d1236ebd677e"/>
    <ds:schemaRef ds:uri="http://purl.org/dc/terms/"/>
  </ds:schemaRefs>
</ds:datastoreItem>
</file>

<file path=customXml/itemProps3.xml><?xml version="1.0" encoding="utf-8"?>
<ds:datastoreItem xmlns:ds="http://schemas.openxmlformats.org/officeDocument/2006/customXml" ds:itemID="{E9424615-5FE5-4F43-AE24-3BC9A053268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TM03457503[[fn=Quotable]]</Template>
  <TotalTime>1739</TotalTime>
  <Words>3991</Words>
  <Application>Microsoft Office PowerPoint</Application>
  <PresentationFormat>Widescreen</PresentationFormat>
  <Paragraphs>483</Paragraphs>
  <Slides>31</Slides>
  <Notes>26</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Cambria</vt:lpstr>
      <vt:lpstr>Century Gothic</vt:lpstr>
      <vt:lpstr>Wingdings</vt:lpstr>
      <vt:lpstr>Wingdings 2</vt:lpstr>
      <vt:lpstr>Quotable</vt:lpstr>
      <vt:lpstr>Welcome to  Destiny Springs  SERVICE Excellence</vt:lpstr>
      <vt:lpstr>Ground Rules</vt:lpstr>
      <vt:lpstr>Introductions</vt:lpstr>
      <vt:lpstr>What is Service Excellence?</vt:lpstr>
      <vt:lpstr>OUR MISSION  To deliver outstanding patient care, driven by a passionate commitment to both clinical and service excellence. </vt:lpstr>
      <vt:lpstr>Our Vision</vt:lpstr>
      <vt:lpstr>Provide Superior Quality Patient Care</vt:lpstr>
      <vt:lpstr>Value Each Member Of Our Team</vt:lpstr>
      <vt:lpstr>We Are Committed To Being an Ethical Healthcare  Provider</vt:lpstr>
      <vt:lpstr>Treat Everyone As A Guest</vt:lpstr>
      <vt:lpstr>Treat Everyone As A Guest –  Service Recovery Behaviors</vt:lpstr>
      <vt:lpstr>Demonstrate Professionalism and Excellence</vt:lpstr>
      <vt:lpstr>Demonstrate Professionalism and Excellence  </vt:lpstr>
      <vt:lpstr>Demonstrate Professionalism and Excellence –  Take Ownership</vt:lpstr>
      <vt:lpstr>Demonstrate Professionalism and Excellence –  Demonstrate Accountability</vt:lpstr>
      <vt:lpstr>Practice Teamwork</vt:lpstr>
      <vt:lpstr>Practice Teamwork –  Participate in Process Improvement</vt:lpstr>
      <vt:lpstr>Practice Teamwork –  Communicate Effectively</vt:lpstr>
      <vt:lpstr>Their Perception of Care</vt:lpstr>
      <vt:lpstr>How is it measured?</vt:lpstr>
      <vt:lpstr>The Patient’s Perception</vt:lpstr>
      <vt:lpstr>Service Excellence Culture</vt:lpstr>
      <vt:lpstr>Service Excellence  in Your Role</vt:lpstr>
      <vt:lpstr>Treat Everyone as a Guest</vt:lpstr>
      <vt:lpstr>Demonstrate Professionalism  and Excellence</vt:lpstr>
      <vt:lpstr>Practice Teamwork</vt:lpstr>
      <vt:lpstr>Apply Service Excellence to Your Job</vt:lpstr>
      <vt:lpstr>Action Plan Standards</vt:lpstr>
      <vt:lpstr>PowerPoint Presentation</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Destiny Springs  SERVICE Excellence</dc:title>
  <dc:creator>Connie Cooper</dc:creator>
  <cp:lastModifiedBy>Connie Cooper</cp:lastModifiedBy>
  <cp:revision>6</cp:revision>
  <cp:lastPrinted>2025-02-19T19:41:37Z</cp:lastPrinted>
  <dcterms:created xsi:type="dcterms:W3CDTF">2025-01-03T20:25:45Z</dcterms:created>
  <dcterms:modified xsi:type="dcterms:W3CDTF">2025-09-03T18:26:30Z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